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3.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68" r:id="rId3"/>
    <p:sldId id="269" r:id="rId4"/>
    <p:sldId id="273" r:id="rId5"/>
    <p:sldId id="274" r:id="rId6"/>
    <p:sldId id="282" r:id="rId7"/>
    <p:sldId id="271" r:id="rId8"/>
    <p:sldId id="280" r:id="rId9"/>
    <p:sldId id="277" r:id="rId10"/>
    <p:sldId id="267" r:id="rId11"/>
    <p:sldId id="275" r:id="rId12"/>
    <p:sldId id="276" r:id="rId13"/>
    <p:sldId id="266" r:id="rId14"/>
    <p:sldId id="264" r:id="rId15"/>
    <p:sldId id="260" r:id="rId16"/>
    <p:sldId id="285" r:id="rId17"/>
    <p:sldId id="286" r:id="rId18"/>
    <p:sldId id="287" r:id="rId19"/>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0" autoAdjust="0"/>
    <p:restoredTop sz="88550" autoAdjust="0"/>
  </p:normalViewPr>
  <p:slideViewPr>
    <p:cSldViewPr snapToGrid="0">
      <p:cViewPr varScale="1">
        <p:scale>
          <a:sx n="128" d="100"/>
          <a:sy n="128" d="100"/>
        </p:scale>
        <p:origin x="66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0T21:37:26.904"/>
    </inkml:context>
    <inkml:brush xml:id="br0">
      <inkml:brushProperty name="width" value="0.05" units="cm"/>
      <inkml:brushProperty name="height" value="0.05" units="cm"/>
      <inkml:brushProperty name="color" value="#FFFFFF"/>
    </inkml:brush>
  </inkml:definitions>
  <inkml:trace contextRef="#ctx0" brushRef="#br0">19 1 24575,'-3'30'0,"2"-27"0,0 0 0,1 0 0,-1-1 0,1 1 0,0 0 0,0 0 0,0 0 0,0 0 0,2 6 0,-1-8 0,0 1 0,0-1 0,0 0 0,0 1 0,0-1 0,0 0 0,1 1 0,-1-1 0,0 0 0,1 0 0,-1 0 0,1 0 0,-1-1 0,1 1 0,0 0 0,-1-1 0,1 1 0,0-1 0,-1 1 0,1-1 0,3 0 0,19 4 0,-1-1 0,1-2 0,0-1 0,0 0 0,37-7 0,-52 2 0,-20-1 0,-19-2 0,-33 6 0,59 2 0,1 0 0,0 1 0,0-1 0,-1 1 0,1 0 0,0 0 0,0 0 0,0 0 0,0 1 0,0-1 0,0 1 0,0 0 0,1-1 0,-1 1 0,0 1 0,-3 3 0,6-6 0,-1 1 0,1 0 0,-1-1 0,1 1 0,0 0 0,-1 0 0,1 0 0,0-1 0,0 1 0,-1 0 0,1 0 0,0 0 0,0 0 0,0 0 0,0-1 0,0 1 0,0 0 0,0 0 0,1 0 0,-1 0 0,0-1 0,0 1 0,1 0 0,-1 0 0,0 0 0,1-1 0,-1 1 0,1 0 0,-1 0 0,1-1 0,-1 1 0,1-1 0,-1 1 0,1 0 0,0-1 0,-1 1 0,1-1 0,0 1 0,0-1 0,-1 0 0,1 1 0,0-1 0,0 0 0,0 1 0,-1-1 0,1 0 0,0 0 0,1 0 0,44 10 0,-42-9 0,1-1 0,-1 0 0,1 0 0,0 0 0,-1 0 0,1-1 0,0 0 0,-1 0 0,1 0 0,7-4 0,-11 5 0,0-1 0,0 1 0,-1-1 0,1 1 0,0-1 0,-1 1 0,1-1 0,0 0 0,-1 1 0,1-1 0,-1 0 0,1 1 0,-1-1 0,0 0 0,1 0 0,-1 0 0,0 0 0,1 1 0,-1-1 0,0 0 0,0 0 0,0 0 0,0-1 0,0 0 0,-1 0 0,1-1 0,-1 1 0,1 0 0,-1-1 0,0 1 0,0 0 0,0 0 0,-1 0 0,1 0 0,0 0 0,-4-3 0,0 0 0,0 0 0,-1 1 0,0-1 0,0 1 0,0 0 0,0 1 0,-1-1 0,1 1 0,-1 1 0,0-1 0,0 1 0,-8-2 0,12 3 0,0 1 0,1-1 0,-1 0 0,0 1 0,0-1 0,1 1 0,-1 0 0,0 0 0,0 0 0,1 1 0,-1-1 0,0 0 0,0 1 0,1 0 0,-1 0 0,0 0 0,1 0 0,-1 0 0,1 0 0,-1 0 0,1 1 0,0 0 0,0-1 0,0 1 0,-1 0 0,2 0 0,-1 0 0,0 0 0,0 0 0,1 1 0,-1-1 0,1 0 0,-2 5 0,2-6 0,1 0 0,-1 0 0,1 0 0,0 1 0,0-1 0,0 0 0,-1 0 0,1 1 0,0-1 0,0 0 0,1 0 0,-1 1 0,0-1 0,0 0 0,1 0 0,-1 1 0,0-1 0,1 0 0,0 0 0,-1 0 0,1 0 0,-1 0 0,1 0 0,1 2 0,0-1 0,1-1 0,-1 1 0,0-1 0,0 1 0,1-1 0,-1 0 0,1 0 0,0 0 0,-1 0 0,6 1 0,7 0 0,1-1 0,-1 0 0,20-2 0,-25 1 0,14 0 0,-17 1 0,0 0 0,-1-1 0,1 0 0,0 0 0,0-1 0,-1 0 0,1 0 0,0 0 0,-1-1 0,1 0 0,7-3 0,-14 4 0,0 1 0,0 0 0,0-1 0,-1 1 0,1-1 0,0 1 0,0 0 0,0-1 0,0 1 0,-1 0 0,1-1 0,0 1 0,0 0 0,-1-1 0,1 1 0,0 0 0,0 0 0,-1-1 0,1 1 0,0 0 0,-1 0 0,1-1 0,0 1 0,-1 0 0,1 0 0,0 0 0,-1 0 0,1 0 0,-1 0 0,1-1 0,0 1 0,-1 0 0,1 0 0,-1 0 0,1 0 0,0 0 0,-1 1 0,1-1 0,-1 0 0,0 0 0,-20-3 0,-146 0-292,130 3-781,13 0-5753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0T21:37:43.714"/>
    </inkml:context>
    <inkml:brush xml:id="br0">
      <inkml:brushProperty name="width" value="0.05" units="cm"/>
      <inkml:brushProperty name="height" value="0.05" units="cm"/>
      <inkml:brushProperty name="color" value="#FFFFFF"/>
    </inkml:brush>
  </inkml:definitions>
  <inkml:trace contextRef="#ctx0" brushRef="#br0">1 1 24575,'2'0'0,"0"0"0,0 1 0,0-1 0,0 1 0,0-1 0,0 1 0,0 0 0,0 0 0,0 0 0,0 0 0,-1 0 0,1 0 0,0 0 0,-1 0 0,1 1 0,-1-1 0,1 1 0,-1-1 0,0 1 0,1 0 0,-1-1 0,0 1 0,1 2 0,-1-1 0,0-1 0,0 0 0,1 0 0,-1 0 0,1 0 0,-1-1 0,1 1 0,0 0 0,-1-1 0,1 1 0,0-1 0,0 1 0,0-1 0,0 0 0,0 0 0,1 0 0,-1 0 0,0 0 0,0-1 0,1 1 0,-1-1 0,0 1 0,4-1 0,35 1 0,0-2 0,59-10 0,-90 12-1365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0T21:37:45.272"/>
    </inkml:context>
    <inkml:brush xml:id="br0">
      <inkml:brushProperty name="width" value="0.05" units="cm"/>
      <inkml:brushProperty name="height" value="0.05" units="cm"/>
      <inkml:brushProperty name="color" value="#FFFFFF"/>
    </inkml:brush>
  </inkml:definitions>
  <inkml:trace contextRef="#ctx0" brushRef="#br0">1 3 24575,'0'-1'0,"1"0"0,2 0 0,1 2 0,2-1 0,1 2 0,0 1 0,-1 2 0,-3 0 0,-1 1 0,0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0T21:37:46.370"/>
    </inkml:context>
    <inkml:brush xml:id="br0">
      <inkml:brushProperty name="width" value="0.05" units="cm"/>
      <inkml:brushProperty name="height" value="0.05" units="cm"/>
      <inkml:brushProperty name="color" value="#FFFFFF"/>
    </inkml:brush>
  </inkml:definitions>
  <inkml:trace contextRef="#ctx0" brushRef="#br0">0 0 24575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0T21:37:26.904"/>
    </inkml:context>
    <inkml:brush xml:id="br0">
      <inkml:brushProperty name="width" value="0.05" units="cm"/>
      <inkml:brushProperty name="height" value="0.05" units="cm"/>
      <inkml:brushProperty name="color" value="#FFFFFF"/>
    </inkml:brush>
  </inkml:definitions>
  <inkml:trace contextRef="#ctx0" brushRef="#br0">19 1 24575,'-3'30'0,"2"-27"0,0 0 0,1 0 0,-1-1 0,1 1 0,0 0 0,0 0 0,0 0 0,0 0 0,2 6 0,-1-8 0,0 1 0,0-1 0,0 0 0,0 1 0,0-1 0,0 0 0,1 1 0,-1-1 0,0 0 0,1 0 0,-1 0 0,1 0 0,-1-1 0,1 1 0,0 0 0,-1-1 0,1 1 0,0-1 0,-1 1 0,1-1 0,3 0 0,19 4 0,-1-1 0,1-2 0,0-1 0,0 0 0,37-7 0,-52 2 0,-20-1 0,-19-2 0,-33 6 0,59 2 0,1 0 0,0 1 0,0-1 0,-1 1 0,1 0 0,0 0 0,0 0 0,0 0 0,0 1 0,0-1 0,0 1 0,0 0 0,1-1 0,-1 1 0,0 1 0,-3 3 0,6-6 0,-1 1 0,1 0 0,-1-1 0,1 1 0,0 0 0,-1 0 0,1 0 0,0-1 0,0 1 0,-1 0 0,1 0 0,0 0 0,0 0 0,0 0 0,0-1 0,0 1 0,0 0 0,0 0 0,1 0 0,-1 0 0,0-1 0,0 1 0,1 0 0,-1 0 0,0 0 0,1-1 0,-1 1 0,1 0 0,-1 0 0,1-1 0,-1 1 0,1-1 0,-1 1 0,1 0 0,0-1 0,-1 1 0,1-1 0,0 1 0,0-1 0,-1 0 0,1 1 0,0-1 0,0 0 0,0 1 0,-1-1 0,1 0 0,0 0 0,1 0 0,44 10 0,-42-9 0,1-1 0,-1 0 0,1 0 0,0 0 0,-1 0 0,1-1 0,0 0 0,-1 0 0,1 0 0,7-4 0,-11 5 0,0-1 0,0 1 0,-1-1 0,1 1 0,0-1 0,-1 1 0,1-1 0,0 0 0,-1 1 0,1-1 0,-1 0 0,1 1 0,-1-1 0,0 0 0,1 0 0,-1 0 0,0 0 0,1 1 0,-1-1 0,0 0 0,0 0 0,0 0 0,0-1 0,0 0 0,-1 0 0,1-1 0,-1 1 0,1 0 0,-1-1 0,0 1 0,0 0 0,0 0 0,-1 0 0,1 0 0,0 0 0,-4-3 0,0 0 0,0 0 0,-1 1 0,0-1 0,0 1 0,0 0 0,0 1 0,-1-1 0,1 1 0,-1 1 0,0-1 0,0 1 0,-8-2 0,12 3 0,0 1 0,1-1 0,-1 0 0,0 1 0,0-1 0,1 1 0,-1 0 0,0 0 0,0 0 0,1 1 0,-1-1 0,0 0 0,0 1 0,1 0 0,-1 0 0,0 0 0,1 0 0,-1 0 0,1 0 0,-1 0 0,1 1 0,0 0 0,0-1 0,0 1 0,-1 0 0,2 0 0,-1 0 0,0 0 0,0 0 0,1 1 0,-1-1 0,1 0 0,-2 5 0,2-6 0,1 0 0,-1 0 0,1 0 0,0 1 0,0-1 0,0 0 0,-1 0 0,1 1 0,0-1 0,0 0 0,1 0 0,-1 1 0,0-1 0,0 0 0,1 0 0,-1 1 0,0-1 0,1 0 0,0 0 0,-1 0 0,1 0 0,-1 0 0,1 0 0,1 2 0,0-1 0,1-1 0,-1 1 0,0-1 0,0 1 0,1-1 0,-1 0 0,1 0 0,0 0 0,-1 0 0,6 1 0,7 0 0,1-1 0,-1 0 0,20-2 0,-25 1 0,14 0 0,-17 1 0,0 0 0,-1-1 0,1 0 0,0 0 0,0-1 0,-1 0 0,1 0 0,0 0 0,-1-1 0,1 0 0,7-3 0,-14 4 0,0 1 0,0 0 0,0-1 0,-1 1 0,1-1 0,0 1 0,0 0 0,0-1 0,0 1 0,-1 0 0,1-1 0,0 1 0,0 0 0,-1-1 0,1 1 0,0 0 0,0 0 0,-1-1 0,1 1 0,0 0 0,-1 0 0,1-1 0,0 1 0,-1 0 0,1 0 0,0 0 0,-1 0 0,1 0 0,-1 0 0,1-1 0,0 1 0,-1 0 0,1 0 0,-1 0 0,1 0 0,0 0 0,-1 1 0,1-1 0,-1 0 0,0 0 0,-20-3 0,-146 0-292,130 3-781,13 0-5753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0T21:37:43.714"/>
    </inkml:context>
    <inkml:brush xml:id="br0">
      <inkml:brushProperty name="width" value="0.05" units="cm"/>
      <inkml:brushProperty name="height" value="0.05" units="cm"/>
      <inkml:brushProperty name="color" value="#FFFFFF"/>
    </inkml:brush>
  </inkml:definitions>
  <inkml:trace contextRef="#ctx0" brushRef="#br0">1 1 24575,'2'0'0,"0"0"0,0 1 0,0-1 0,0 1 0,0-1 0,0 1 0,0 0 0,0 0 0,0 0 0,0 0 0,-1 0 0,1 0 0,0 0 0,-1 0 0,1 1 0,-1-1 0,1 1 0,-1-1 0,0 1 0,1 0 0,-1-1 0,0 1 0,1 2 0,-1-1 0,0-1 0,0 0 0,1 0 0,-1 0 0,1 0 0,-1-1 0,1 1 0,0 0 0,-1-1 0,1 1 0,0-1 0,0 1 0,0-1 0,0 0 0,0 0 0,1 0 0,-1 0 0,0 0 0,0-1 0,1 1 0,-1-1 0,0 1 0,4-1 0,35 1 0,0-2 0,59-10 0,-90 12-1365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0T21:37:45.272"/>
    </inkml:context>
    <inkml:brush xml:id="br0">
      <inkml:brushProperty name="width" value="0.05" units="cm"/>
      <inkml:brushProperty name="height" value="0.05" units="cm"/>
      <inkml:brushProperty name="color" value="#FFFFFF"/>
    </inkml:brush>
  </inkml:definitions>
  <inkml:trace contextRef="#ctx0" brushRef="#br0">1 3 24575,'0'-1'0,"1"0"0,2 0 0,1 2 0,2-1 0,1 2 0,0 1 0,-1 2 0,-3 0 0,-1 1 0,0 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0T21:37:46.370"/>
    </inkml:context>
    <inkml:brush xml:id="br0">
      <inkml:brushProperty name="width" value="0.05" units="cm"/>
      <inkml:brushProperty name="height" value="0.05" units="cm"/>
      <inkml:brushProperty name="color" value="#FFFFFF"/>
    </inkml:brush>
  </inkml:definitions>
  <inkml:trace contextRef="#ctx0" brushRef="#br0">0 0 24575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7"/>
          </a:xfrm>
          <a:prstGeom prst="rect">
            <a:avLst/>
          </a:prstGeom>
        </p:spPr>
        <p:txBody>
          <a:bodyPr vert="horz" lIns="96656" tIns="48328" rIns="96656" bIns="48328" rtlCol="0"/>
          <a:lstStyle>
            <a:lvl1pPr algn="l">
              <a:defRPr sz="1200"/>
            </a:lvl1pPr>
          </a:lstStyle>
          <a:p>
            <a:endParaRPr lang="en-US"/>
          </a:p>
        </p:txBody>
      </p:sp>
      <p:sp>
        <p:nvSpPr>
          <p:cNvPr id="3" name="Date Placeholder 2"/>
          <p:cNvSpPr>
            <a:spLocks noGrp="1"/>
          </p:cNvSpPr>
          <p:nvPr>
            <p:ph type="dt" idx="1"/>
          </p:nvPr>
        </p:nvSpPr>
        <p:spPr>
          <a:xfrm>
            <a:off x="4143588" y="1"/>
            <a:ext cx="3169920" cy="481727"/>
          </a:xfrm>
          <a:prstGeom prst="rect">
            <a:avLst/>
          </a:prstGeom>
        </p:spPr>
        <p:txBody>
          <a:bodyPr vert="horz" lIns="96656" tIns="48328" rIns="96656" bIns="48328" rtlCol="0"/>
          <a:lstStyle>
            <a:lvl1pPr algn="r">
              <a:defRPr sz="1200"/>
            </a:lvl1pPr>
          </a:lstStyle>
          <a:p>
            <a:fld id="{BEBFF052-B30B-41B8-A9CC-965A691B011B}" type="datetimeFigureOut">
              <a:rPr lang="en-US" smtClean="0"/>
              <a:t>10/9/2024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6" tIns="48328" rIns="96656" bIns="48328" rtlCol="0" anchor="ctr"/>
          <a:lstStyle/>
          <a:p>
            <a:endParaRPr lang="en-US"/>
          </a:p>
        </p:txBody>
      </p:sp>
      <p:sp>
        <p:nvSpPr>
          <p:cNvPr id="5" name="Notes Placeholder 4"/>
          <p:cNvSpPr>
            <a:spLocks noGrp="1"/>
          </p:cNvSpPr>
          <p:nvPr>
            <p:ph type="body" sz="quarter" idx="3"/>
          </p:nvPr>
        </p:nvSpPr>
        <p:spPr>
          <a:xfrm>
            <a:off x="731521" y="4620577"/>
            <a:ext cx="5852160" cy="3780472"/>
          </a:xfrm>
          <a:prstGeom prst="rect">
            <a:avLst/>
          </a:prstGeom>
        </p:spPr>
        <p:txBody>
          <a:bodyPr vert="horz" lIns="96656" tIns="48328" rIns="96656" bIns="4832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56" tIns="48328" rIns="96656" bIns="48328" rtlCol="0" anchor="b"/>
          <a:lstStyle>
            <a:lvl1pPr algn="l">
              <a:defRPr sz="1200"/>
            </a:lvl1pPr>
          </a:lstStyle>
          <a:p>
            <a:endParaRPr lang="en-US"/>
          </a:p>
        </p:txBody>
      </p:sp>
      <p:sp>
        <p:nvSpPr>
          <p:cNvPr id="7" name="Slide Number Placeholder 6"/>
          <p:cNvSpPr>
            <a:spLocks noGrp="1"/>
          </p:cNvSpPr>
          <p:nvPr>
            <p:ph type="sldNum" sz="quarter" idx="5"/>
          </p:nvPr>
        </p:nvSpPr>
        <p:spPr>
          <a:xfrm>
            <a:off x="4143588" y="9119475"/>
            <a:ext cx="3169920" cy="481726"/>
          </a:xfrm>
          <a:prstGeom prst="rect">
            <a:avLst/>
          </a:prstGeom>
        </p:spPr>
        <p:txBody>
          <a:bodyPr vert="horz" lIns="96656" tIns="48328" rIns="96656" bIns="48328" rtlCol="0" anchor="b"/>
          <a:lstStyle>
            <a:lvl1pPr algn="r">
              <a:defRPr sz="1200"/>
            </a:lvl1pPr>
          </a:lstStyle>
          <a:p>
            <a:fld id="{B3850468-28C0-4E38-9439-64534051E6FE}" type="slidenum">
              <a:rPr lang="en-US" smtClean="0"/>
              <a:t>‹#›</a:t>
            </a:fld>
            <a:endParaRPr lang="en-US"/>
          </a:p>
        </p:txBody>
      </p:sp>
    </p:spTree>
    <p:extLst>
      <p:ext uri="{BB962C8B-B14F-4D97-AF65-F5344CB8AC3E}">
        <p14:creationId xmlns:p14="http://schemas.microsoft.com/office/powerpoint/2010/main" val="2577263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Tortoise pins:</a:t>
            </a:r>
          </a:p>
          <a:p>
            <a:pPr marL="355004" indent="-355004">
              <a:buFont typeface="+mj-lt"/>
              <a:buAutoNum type="arabicPeriod"/>
            </a:pPr>
            <a:r>
              <a:rPr lang="en-US" dirty="0"/>
              <a:t>DC power for tortoise motor</a:t>
            </a:r>
          </a:p>
          <a:p>
            <a:pPr marL="355004" indent="-355004">
              <a:buFont typeface="+mj-lt"/>
              <a:buAutoNum type="arabicPeriod"/>
            </a:pPr>
            <a:r>
              <a:rPr lang="en-US" dirty="0"/>
              <a:t>Red feeder from turnout</a:t>
            </a:r>
          </a:p>
          <a:p>
            <a:pPr marL="355004" indent="-355004">
              <a:buFont typeface="+mj-lt"/>
              <a:buAutoNum type="arabicPeriod"/>
            </a:pPr>
            <a:r>
              <a:rPr lang="en-US" dirty="0"/>
              <a:t>Black feeder from turnout</a:t>
            </a:r>
          </a:p>
          <a:p>
            <a:pPr marL="355004" indent="-355004">
              <a:buFont typeface="+mj-lt"/>
              <a:buAutoNum type="arabicPeriod"/>
            </a:pPr>
            <a:r>
              <a:rPr lang="en-US" dirty="0"/>
              <a:t>Green feeder from frog</a:t>
            </a:r>
          </a:p>
          <a:p>
            <a:pPr marL="355004" indent="-355004">
              <a:buFont typeface="+mj-lt"/>
              <a:buAutoNum type="arabicPeriod"/>
            </a:pPr>
            <a:r>
              <a:rPr lang="en-US" dirty="0"/>
              <a:t>Empty </a:t>
            </a:r>
          </a:p>
          <a:p>
            <a:pPr marL="355004" indent="-355004">
              <a:buFont typeface="+mj-lt"/>
              <a:buAutoNum type="arabicPeriod"/>
            </a:pPr>
            <a:r>
              <a:rPr lang="en-US" dirty="0"/>
              <a:t>Empty</a:t>
            </a:r>
          </a:p>
          <a:p>
            <a:pPr marL="355004" indent="-355004">
              <a:buFont typeface="+mj-lt"/>
              <a:buAutoNum type="arabicPeriod"/>
            </a:pPr>
            <a:r>
              <a:rPr lang="en-US" dirty="0"/>
              <a:t>Empty</a:t>
            </a:r>
          </a:p>
          <a:p>
            <a:pPr marL="355004" indent="-355004">
              <a:buFont typeface="+mj-lt"/>
              <a:buAutoNum type="arabicPeriod"/>
            </a:pPr>
            <a:r>
              <a:rPr lang="en-US" dirty="0"/>
              <a:t>DC power for tortoise motor</a:t>
            </a:r>
          </a:p>
        </p:txBody>
      </p:sp>
      <p:sp>
        <p:nvSpPr>
          <p:cNvPr id="4" name="Slide Number Placeholder 3"/>
          <p:cNvSpPr>
            <a:spLocks noGrp="1"/>
          </p:cNvSpPr>
          <p:nvPr>
            <p:ph type="sldNum" sz="quarter" idx="5"/>
          </p:nvPr>
        </p:nvSpPr>
        <p:spPr/>
        <p:txBody>
          <a:bodyPr/>
          <a:lstStyle/>
          <a:p>
            <a:fld id="{B3850468-28C0-4E38-9439-64534051E6FE}" type="slidenum">
              <a:rPr lang="en-US" smtClean="0"/>
              <a:t>6</a:t>
            </a:fld>
            <a:endParaRPr lang="en-US"/>
          </a:p>
        </p:txBody>
      </p:sp>
    </p:spTree>
    <p:extLst>
      <p:ext uri="{BB962C8B-B14F-4D97-AF65-F5344CB8AC3E}">
        <p14:creationId xmlns:p14="http://schemas.microsoft.com/office/powerpoint/2010/main" val="1808933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850468-28C0-4E38-9439-64534051E6FE}" type="slidenum">
              <a:rPr lang="en-US" smtClean="0"/>
              <a:t>10</a:t>
            </a:fld>
            <a:endParaRPr lang="en-US"/>
          </a:p>
        </p:txBody>
      </p:sp>
    </p:spTree>
    <p:extLst>
      <p:ext uri="{BB962C8B-B14F-4D97-AF65-F5344CB8AC3E}">
        <p14:creationId xmlns:p14="http://schemas.microsoft.com/office/powerpoint/2010/main" val="207845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946678">
              <a:defRPr/>
            </a:pPr>
            <a:fld id="{B3850468-28C0-4E38-9439-64534051E6FE}" type="slidenum">
              <a:rPr lang="en-US">
                <a:solidFill>
                  <a:prstClr val="black"/>
                </a:solidFill>
                <a:latin typeface="Calibri" panose="020F0502020204030204"/>
              </a:rPr>
              <a:pPr defTabSz="946678">
                <a:defRPr/>
              </a:pPr>
              <a:t>18</a:t>
            </a:fld>
            <a:endParaRPr lang="en-US">
              <a:solidFill>
                <a:prstClr val="black"/>
              </a:solidFill>
              <a:latin typeface="Calibri" panose="020F0502020204030204"/>
            </a:endParaRPr>
          </a:p>
        </p:txBody>
      </p:sp>
    </p:spTree>
    <p:extLst>
      <p:ext uri="{BB962C8B-B14F-4D97-AF65-F5344CB8AC3E}">
        <p14:creationId xmlns:p14="http://schemas.microsoft.com/office/powerpoint/2010/main" val="2083141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EB50F-60BA-8253-2802-306033916B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2B2F60-2E2A-9865-91BA-F4FE1B4EF9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68BB3C-F2BE-BE93-F349-7E9611007341}"/>
              </a:ext>
            </a:extLst>
          </p:cNvPr>
          <p:cNvSpPr>
            <a:spLocks noGrp="1"/>
          </p:cNvSpPr>
          <p:nvPr>
            <p:ph type="dt" sz="half" idx="10"/>
          </p:nvPr>
        </p:nvSpPr>
        <p:spPr/>
        <p:txBody>
          <a:bodyPr/>
          <a:lstStyle/>
          <a:p>
            <a:fld id="{B7D5E1EB-1A6C-41D9-92AD-3EED46EB97F1}" type="datetime1">
              <a:rPr lang="en-US" smtClean="0"/>
              <a:t>10/9/2024</a:t>
            </a:fld>
            <a:endParaRPr lang="en-US"/>
          </a:p>
        </p:txBody>
      </p:sp>
      <p:sp>
        <p:nvSpPr>
          <p:cNvPr id="5" name="Footer Placeholder 4">
            <a:extLst>
              <a:ext uri="{FF2B5EF4-FFF2-40B4-BE49-F238E27FC236}">
                <a16:creationId xmlns:a16="http://schemas.microsoft.com/office/drawing/2014/main" id="{5580F6F8-C2CF-DD90-1ABC-8F536500F6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47B9A4-325F-5886-70F8-4EAF35FBDE18}"/>
              </a:ext>
            </a:extLst>
          </p:cNvPr>
          <p:cNvSpPr>
            <a:spLocks noGrp="1"/>
          </p:cNvSpPr>
          <p:nvPr>
            <p:ph type="sldNum" sz="quarter" idx="12"/>
          </p:nvPr>
        </p:nvSpPr>
        <p:spPr/>
        <p:txBody>
          <a:bodyPr/>
          <a:lstStyle/>
          <a:p>
            <a:fld id="{941EB08D-85F9-4086-BDAD-9823B90CC220}" type="slidenum">
              <a:rPr lang="en-US" smtClean="0"/>
              <a:t>‹#›</a:t>
            </a:fld>
            <a:endParaRPr lang="en-US"/>
          </a:p>
        </p:txBody>
      </p:sp>
    </p:spTree>
    <p:extLst>
      <p:ext uri="{BB962C8B-B14F-4D97-AF65-F5344CB8AC3E}">
        <p14:creationId xmlns:p14="http://schemas.microsoft.com/office/powerpoint/2010/main" val="2486099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8750E-1E7F-C857-F09D-99EAB18EC1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07552E-DC1C-5A02-DC41-7E9D768EA8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DAF501-E414-B186-C45C-F9B886AE2345}"/>
              </a:ext>
            </a:extLst>
          </p:cNvPr>
          <p:cNvSpPr>
            <a:spLocks noGrp="1"/>
          </p:cNvSpPr>
          <p:nvPr>
            <p:ph type="dt" sz="half" idx="10"/>
          </p:nvPr>
        </p:nvSpPr>
        <p:spPr/>
        <p:txBody>
          <a:bodyPr/>
          <a:lstStyle/>
          <a:p>
            <a:fld id="{7D0D6578-7A35-46DF-BF96-37B58CBC30B4}" type="datetime1">
              <a:rPr lang="en-US" smtClean="0"/>
              <a:t>10/9/2024</a:t>
            </a:fld>
            <a:endParaRPr lang="en-US"/>
          </a:p>
        </p:txBody>
      </p:sp>
      <p:sp>
        <p:nvSpPr>
          <p:cNvPr id="5" name="Footer Placeholder 4">
            <a:extLst>
              <a:ext uri="{FF2B5EF4-FFF2-40B4-BE49-F238E27FC236}">
                <a16:creationId xmlns:a16="http://schemas.microsoft.com/office/drawing/2014/main" id="{F44010F5-0D17-896C-D184-8273DFA3C8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77454C-40CF-A7A9-59B2-60923DE28255}"/>
              </a:ext>
            </a:extLst>
          </p:cNvPr>
          <p:cNvSpPr>
            <a:spLocks noGrp="1"/>
          </p:cNvSpPr>
          <p:nvPr>
            <p:ph type="sldNum" sz="quarter" idx="12"/>
          </p:nvPr>
        </p:nvSpPr>
        <p:spPr/>
        <p:txBody>
          <a:bodyPr/>
          <a:lstStyle/>
          <a:p>
            <a:fld id="{941EB08D-85F9-4086-BDAD-9823B90CC220}" type="slidenum">
              <a:rPr lang="en-US" smtClean="0"/>
              <a:t>‹#›</a:t>
            </a:fld>
            <a:endParaRPr lang="en-US"/>
          </a:p>
        </p:txBody>
      </p:sp>
    </p:spTree>
    <p:extLst>
      <p:ext uri="{BB962C8B-B14F-4D97-AF65-F5344CB8AC3E}">
        <p14:creationId xmlns:p14="http://schemas.microsoft.com/office/powerpoint/2010/main" val="2066055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D1FB7-5D93-D362-A4AF-61577BC083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EFDBFC-7843-FD7A-AED1-57A9F0C014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7477CB-B233-E799-8CAA-A6EAE2943131}"/>
              </a:ext>
            </a:extLst>
          </p:cNvPr>
          <p:cNvSpPr>
            <a:spLocks noGrp="1"/>
          </p:cNvSpPr>
          <p:nvPr>
            <p:ph type="dt" sz="half" idx="10"/>
          </p:nvPr>
        </p:nvSpPr>
        <p:spPr/>
        <p:txBody>
          <a:bodyPr/>
          <a:lstStyle/>
          <a:p>
            <a:fld id="{42D7B1C7-08FF-4B94-BB87-54ECD87975B8}" type="datetime1">
              <a:rPr lang="en-US" smtClean="0"/>
              <a:t>10/9/2024</a:t>
            </a:fld>
            <a:endParaRPr lang="en-US"/>
          </a:p>
        </p:txBody>
      </p:sp>
      <p:sp>
        <p:nvSpPr>
          <p:cNvPr id="5" name="Footer Placeholder 4">
            <a:extLst>
              <a:ext uri="{FF2B5EF4-FFF2-40B4-BE49-F238E27FC236}">
                <a16:creationId xmlns:a16="http://schemas.microsoft.com/office/drawing/2014/main" id="{E6AFE5EF-28D6-64B8-B703-B7309A12F2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689645-6C16-F84A-6E04-8CD6E05FE081}"/>
              </a:ext>
            </a:extLst>
          </p:cNvPr>
          <p:cNvSpPr>
            <a:spLocks noGrp="1"/>
          </p:cNvSpPr>
          <p:nvPr>
            <p:ph type="sldNum" sz="quarter" idx="12"/>
          </p:nvPr>
        </p:nvSpPr>
        <p:spPr/>
        <p:txBody>
          <a:bodyPr/>
          <a:lstStyle/>
          <a:p>
            <a:fld id="{941EB08D-85F9-4086-BDAD-9823B90CC220}" type="slidenum">
              <a:rPr lang="en-US" smtClean="0"/>
              <a:t>‹#›</a:t>
            </a:fld>
            <a:endParaRPr lang="en-US"/>
          </a:p>
        </p:txBody>
      </p:sp>
    </p:spTree>
    <p:extLst>
      <p:ext uri="{BB962C8B-B14F-4D97-AF65-F5344CB8AC3E}">
        <p14:creationId xmlns:p14="http://schemas.microsoft.com/office/powerpoint/2010/main" val="4007171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FCCF9-ED63-C38E-5780-C0E6BD5DAD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5AEBB3-B8D4-BA1D-A92B-D9CB663080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E926DE-8FAC-BF0A-3E1E-E3E4C95858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6614BA-0946-F10C-4647-2FBDFE2ADA17}"/>
              </a:ext>
            </a:extLst>
          </p:cNvPr>
          <p:cNvSpPr>
            <a:spLocks noGrp="1"/>
          </p:cNvSpPr>
          <p:nvPr>
            <p:ph type="dt" sz="half" idx="10"/>
          </p:nvPr>
        </p:nvSpPr>
        <p:spPr/>
        <p:txBody>
          <a:bodyPr/>
          <a:lstStyle/>
          <a:p>
            <a:fld id="{3D9D88E7-D052-4A5D-963A-7CF2C3665B15}" type="datetime1">
              <a:rPr lang="en-US" smtClean="0"/>
              <a:t>10/9/2024</a:t>
            </a:fld>
            <a:endParaRPr lang="en-US"/>
          </a:p>
        </p:txBody>
      </p:sp>
      <p:sp>
        <p:nvSpPr>
          <p:cNvPr id="6" name="Footer Placeholder 5">
            <a:extLst>
              <a:ext uri="{FF2B5EF4-FFF2-40B4-BE49-F238E27FC236}">
                <a16:creationId xmlns:a16="http://schemas.microsoft.com/office/drawing/2014/main" id="{5C24F7B5-EF5C-9C13-3086-FA5E311CF0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B7ADBA-439A-9321-3245-560C9F1DADF2}"/>
              </a:ext>
            </a:extLst>
          </p:cNvPr>
          <p:cNvSpPr>
            <a:spLocks noGrp="1"/>
          </p:cNvSpPr>
          <p:nvPr>
            <p:ph type="sldNum" sz="quarter" idx="12"/>
          </p:nvPr>
        </p:nvSpPr>
        <p:spPr/>
        <p:txBody>
          <a:bodyPr/>
          <a:lstStyle/>
          <a:p>
            <a:fld id="{941EB08D-85F9-4086-BDAD-9823B90CC220}" type="slidenum">
              <a:rPr lang="en-US" smtClean="0"/>
              <a:t>‹#›</a:t>
            </a:fld>
            <a:endParaRPr lang="en-US"/>
          </a:p>
        </p:txBody>
      </p:sp>
    </p:spTree>
    <p:extLst>
      <p:ext uri="{BB962C8B-B14F-4D97-AF65-F5344CB8AC3E}">
        <p14:creationId xmlns:p14="http://schemas.microsoft.com/office/powerpoint/2010/main" val="2414539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BAF76-6253-CED6-FF78-D8F30D9B00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ACB48B-EA5E-F14A-7DBD-9DCA9BED0C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F9EE48-1DF4-14A6-899D-188206CB23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52FFDA-46B9-1420-0A97-FFB4C07B6D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44207B-DBF8-1A49-C515-3E3F9E88FA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2D05CF-C369-91D8-EEC0-7CBF8E4AB61E}"/>
              </a:ext>
            </a:extLst>
          </p:cNvPr>
          <p:cNvSpPr>
            <a:spLocks noGrp="1"/>
          </p:cNvSpPr>
          <p:nvPr>
            <p:ph type="dt" sz="half" idx="10"/>
          </p:nvPr>
        </p:nvSpPr>
        <p:spPr/>
        <p:txBody>
          <a:bodyPr/>
          <a:lstStyle/>
          <a:p>
            <a:fld id="{5EC31D4F-D70C-4B9F-AD13-8BD6CBFCDC8E}" type="datetime1">
              <a:rPr lang="en-US" smtClean="0"/>
              <a:t>10/9/2024</a:t>
            </a:fld>
            <a:endParaRPr lang="en-US"/>
          </a:p>
        </p:txBody>
      </p:sp>
      <p:sp>
        <p:nvSpPr>
          <p:cNvPr id="8" name="Footer Placeholder 7">
            <a:extLst>
              <a:ext uri="{FF2B5EF4-FFF2-40B4-BE49-F238E27FC236}">
                <a16:creationId xmlns:a16="http://schemas.microsoft.com/office/drawing/2014/main" id="{DB93C99E-DD32-9AB3-F26C-F4D92C14E9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0C689B-C0A5-7F8D-A6DB-D8A15D124E96}"/>
              </a:ext>
            </a:extLst>
          </p:cNvPr>
          <p:cNvSpPr>
            <a:spLocks noGrp="1"/>
          </p:cNvSpPr>
          <p:nvPr>
            <p:ph type="sldNum" sz="quarter" idx="12"/>
          </p:nvPr>
        </p:nvSpPr>
        <p:spPr/>
        <p:txBody>
          <a:bodyPr/>
          <a:lstStyle/>
          <a:p>
            <a:fld id="{941EB08D-85F9-4086-BDAD-9823B90CC220}" type="slidenum">
              <a:rPr lang="en-US" smtClean="0"/>
              <a:t>‹#›</a:t>
            </a:fld>
            <a:endParaRPr lang="en-US"/>
          </a:p>
        </p:txBody>
      </p:sp>
    </p:spTree>
    <p:extLst>
      <p:ext uri="{BB962C8B-B14F-4D97-AF65-F5344CB8AC3E}">
        <p14:creationId xmlns:p14="http://schemas.microsoft.com/office/powerpoint/2010/main" val="2109990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B5C9F-83DE-E438-CFDE-2FAA87D79B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5F6C47-E1D9-D69F-B55A-23873B5648A5}"/>
              </a:ext>
            </a:extLst>
          </p:cNvPr>
          <p:cNvSpPr>
            <a:spLocks noGrp="1"/>
          </p:cNvSpPr>
          <p:nvPr>
            <p:ph type="dt" sz="half" idx="10"/>
          </p:nvPr>
        </p:nvSpPr>
        <p:spPr/>
        <p:txBody>
          <a:bodyPr/>
          <a:lstStyle/>
          <a:p>
            <a:fld id="{4FED3B61-45BC-4C4B-99B9-6E43F9C4157B}" type="datetime1">
              <a:rPr lang="en-US" smtClean="0"/>
              <a:t>10/9/2024</a:t>
            </a:fld>
            <a:endParaRPr lang="en-US"/>
          </a:p>
        </p:txBody>
      </p:sp>
      <p:sp>
        <p:nvSpPr>
          <p:cNvPr id="4" name="Footer Placeholder 3">
            <a:extLst>
              <a:ext uri="{FF2B5EF4-FFF2-40B4-BE49-F238E27FC236}">
                <a16:creationId xmlns:a16="http://schemas.microsoft.com/office/drawing/2014/main" id="{C48F13D4-7F42-22AA-6773-E400AEE1F2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82044D-839E-600C-2E64-679126BAF2BC}"/>
              </a:ext>
            </a:extLst>
          </p:cNvPr>
          <p:cNvSpPr>
            <a:spLocks noGrp="1"/>
          </p:cNvSpPr>
          <p:nvPr>
            <p:ph type="sldNum" sz="quarter" idx="12"/>
          </p:nvPr>
        </p:nvSpPr>
        <p:spPr/>
        <p:txBody>
          <a:bodyPr/>
          <a:lstStyle/>
          <a:p>
            <a:fld id="{941EB08D-85F9-4086-BDAD-9823B90CC220}" type="slidenum">
              <a:rPr lang="en-US" smtClean="0"/>
              <a:t>‹#›</a:t>
            </a:fld>
            <a:endParaRPr lang="en-US"/>
          </a:p>
        </p:txBody>
      </p:sp>
    </p:spTree>
    <p:extLst>
      <p:ext uri="{BB962C8B-B14F-4D97-AF65-F5344CB8AC3E}">
        <p14:creationId xmlns:p14="http://schemas.microsoft.com/office/powerpoint/2010/main" val="3479102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E21DDB-DE43-74F9-04CB-DE32EACBFE95}"/>
              </a:ext>
            </a:extLst>
          </p:cNvPr>
          <p:cNvSpPr>
            <a:spLocks noGrp="1"/>
          </p:cNvSpPr>
          <p:nvPr>
            <p:ph type="dt" sz="half" idx="10"/>
          </p:nvPr>
        </p:nvSpPr>
        <p:spPr/>
        <p:txBody>
          <a:bodyPr/>
          <a:lstStyle/>
          <a:p>
            <a:fld id="{8715AA57-F2CC-481E-92B6-262BCAA0C536}" type="datetime1">
              <a:rPr lang="en-US" smtClean="0"/>
              <a:t>10/9/2024</a:t>
            </a:fld>
            <a:endParaRPr lang="en-US"/>
          </a:p>
        </p:txBody>
      </p:sp>
      <p:sp>
        <p:nvSpPr>
          <p:cNvPr id="3" name="Footer Placeholder 2">
            <a:extLst>
              <a:ext uri="{FF2B5EF4-FFF2-40B4-BE49-F238E27FC236}">
                <a16:creationId xmlns:a16="http://schemas.microsoft.com/office/drawing/2014/main" id="{0F25EF47-F00F-CC4D-76F9-6A693D901E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82C7B0-1FAB-AAF5-2B0A-82383B10616D}"/>
              </a:ext>
            </a:extLst>
          </p:cNvPr>
          <p:cNvSpPr>
            <a:spLocks noGrp="1"/>
          </p:cNvSpPr>
          <p:nvPr>
            <p:ph type="sldNum" sz="quarter" idx="12"/>
          </p:nvPr>
        </p:nvSpPr>
        <p:spPr/>
        <p:txBody>
          <a:bodyPr/>
          <a:lstStyle/>
          <a:p>
            <a:fld id="{941EB08D-85F9-4086-BDAD-9823B90CC220}" type="slidenum">
              <a:rPr lang="en-US" smtClean="0"/>
              <a:t>‹#›</a:t>
            </a:fld>
            <a:endParaRPr lang="en-US"/>
          </a:p>
        </p:txBody>
      </p:sp>
    </p:spTree>
    <p:extLst>
      <p:ext uri="{BB962C8B-B14F-4D97-AF65-F5344CB8AC3E}">
        <p14:creationId xmlns:p14="http://schemas.microsoft.com/office/powerpoint/2010/main" val="1576435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38D80-A145-8D38-268A-CF048B31A9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854157-37CA-CDE4-79B0-1708AFD5A5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F0F2E2-48FB-F44E-4A60-BDAD5B94E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99F4C-CBE3-7967-A34F-EB1A31FF68DE}"/>
              </a:ext>
            </a:extLst>
          </p:cNvPr>
          <p:cNvSpPr>
            <a:spLocks noGrp="1"/>
          </p:cNvSpPr>
          <p:nvPr>
            <p:ph type="dt" sz="half" idx="10"/>
          </p:nvPr>
        </p:nvSpPr>
        <p:spPr/>
        <p:txBody>
          <a:bodyPr/>
          <a:lstStyle/>
          <a:p>
            <a:fld id="{2B399F0F-71DC-4900-A17C-C3A85DCD3B65}" type="datetime1">
              <a:rPr lang="en-US" smtClean="0"/>
              <a:t>10/9/2024</a:t>
            </a:fld>
            <a:endParaRPr lang="en-US"/>
          </a:p>
        </p:txBody>
      </p:sp>
      <p:sp>
        <p:nvSpPr>
          <p:cNvPr id="6" name="Footer Placeholder 5">
            <a:extLst>
              <a:ext uri="{FF2B5EF4-FFF2-40B4-BE49-F238E27FC236}">
                <a16:creationId xmlns:a16="http://schemas.microsoft.com/office/drawing/2014/main" id="{C53A3D79-70BF-37B5-CA07-4883DF762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62237C-EB5E-B488-64D9-DB0850450ECD}"/>
              </a:ext>
            </a:extLst>
          </p:cNvPr>
          <p:cNvSpPr>
            <a:spLocks noGrp="1"/>
          </p:cNvSpPr>
          <p:nvPr>
            <p:ph type="sldNum" sz="quarter" idx="12"/>
          </p:nvPr>
        </p:nvSpPr>
        <p:spPr/>
        <p:txBody>
          <a:bodyPr/>
          <a:lstStyle/>
          <a:p>
            <a:fld id="{941EB08D-85F9-4086-BDAD-9823B90CC220}" type="slidenum">
              <a:rPr lang="en-US" smtClean="0"/>
              <a:t>‹#›</a:t>
            </a:fld>
            <a:endParaRPr lang="en-US"/>
          </a:p>
        </p:txBody>
      </p:sp>
    </p:spTree>
    <p:extLst>
      <p:ext uri="{BB962C8B-B14F-4D97-AF65-F5344CB8AC3E}">
        <p14:creationId xmlns:p14="http://schemas.microsoft.com/office/powerpoint/2010/main" val="809277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1E134-C3D2-9E6C-D9ED-0CADB9F465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78C9FC-A760-AD8D-1D84-8859F2F850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B9E62E-304D-7643-AD88-8090A8BA23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AABA59-121E-D289-DFCA-011DEC9E0AB5}"/>
              </a:ext>
            </a:extLst>
          </p:cNvPr>
          <p:cNvSpPr>
            <a:spLocks noGrp="1"/>
          </p:cNvSpPr>
          <p:nvPr>
            <p:ph type="dt" sz="half" idx="10"/>
          </p:nvPr>
        </p:nvSpPr>
        <p:spPr/>
        <p:txBody>
          <a:bodyPr/>
          <a:lstStyle/>
          <a:p>
            <a:fld id="{CC1CA76B-9E33-452B-9413-B800FA5EAEC7}" type="datetime1">
              <a:rPr lang="en-US" smtClean="0"/>
              <a:t>10/9/2024</a:t>
            </a:fld>
            <a:endParaRPr lang="en-US"/>
          </a:p>
        </p:txBody>
      </p:sp>
      <p:sp>
        <p:nvSpPr>
          <p:cNvPr id="6" name="Footer Placeholder 5">
            <a:extLst>
              <a:ext uri="{FF2B5EF4-FFF2-40B4-BE49-F238E27FC236}">
                <a16:creationId xmlns:a16="http://schemas.microsoft.com/office/drawing/2014/main" id="{E63B71E8-E945-72D1-9590-3BDB66AF45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A0584C-377A-8EE4-CF16-D9BC31AA883D}"/>
              </a:ext>
            </a:extLst>
          </p:cNvPr>
          <p:cNvSpPr>
            <a:spLocks noGrp="1"/>
          </p:cNvSpPr>
          <p:nvPr>
            <p:ph type="sldNum" sz="quarter" idx="12"/>
          </p:nvPr>
        </p:nvSpPr>
        <p:spPr/>
        <p:txBody>
          <a:bodyPr/>
          <a:lstStyle/>
          <a:p>
            <a:fld id="{941EB08D-85F9-4086-BDAD-9823B90CC220}" type="slidenum">
              <a:rPr lang="en-US" smtClean="0"/>
              <a:t>‹#›</a:t>
            </a:fld>
            <a:endParaRPr lang="en-US"/>
          </a:p>
        </p:txBody>
      </p:sp>
    </p:spTree>
    <p:extLst>
      <p:ext uri="{BB962C8B-B14F-4D97-AF65-F5344CB8AC3E}">
        <p14:creationId xmlns:p14="http://schemas.microsoft.com/office/powerpoint/2010/main" val="1182418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97A7A-4D38-470C-0CA5-A06D1B3862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474B98-8B90-B413-0391-990E8EE737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0ABDBC-B44F-A512-0C31-8EC069BF94F8}"/>
              </a:ext>
            </a:extLst>
          </p:cNvPr>
          <p:cNvSpPr>
            <a:spLocks noGrp="1"/>
          </p:cNvSpPr>
          <p:nvPr>
            <p:ph type="dt" sz="half" idx="10"/>
          </p:nvPr>
        </p:nvSpPr>
        <p:spPr/>
        <p:txBody>
          <a:bodyPr/>
          <a:lstStyle/>
          <a:p>
            <a:fld id="{34EDC3B3-5FB8-443D-BAC0-57B43D26795A}" type="datetime1">
              <a:rPr lang="en-US" smtClean="0"/>
              <a:t>10/9/2024</a:t>
            </a:fld>
            <a:endParaRPr lang="en-US"/>
          </a:p>
        </p:txBody>
      </p:sp>
      <p:sp>
        <p:nvSpPr>
          <p:cNvPr id="5" name="Footer Placeholder 4">
            <a:extLst>
              <a:ext uri="{FF2B5EF4-FFF2-40B4-BE49-F238E27FC236}">
                <a16:creationId xmlns:a16="http://schemas.microsoft.com/office/drawing/2014/main" id="{DA48E112-5B13-D786-AC82-73EA00C4F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6FC770-B7AF-1FD6-F48F-EB8011889F84}"/>
              </a:ext>
            </a:extLst>
          </p:cNvPr>
          <p:cNvSpPr>
            <a:spLocks noGrp="1"/>
          </p:cNvSpPr>
          <p:nvPr>
            <p:ph type="sldNum" sz="quarter" idx="12"/>
          </p:nvPr>
        </p:nvSpPr>
        <p:spPr/>
        <p:txBody>
          <a:bodyPr/>
          <a:lstStyle/>
          <a:p>
            <a:fld id="{941EB08D-85F9-4086-BDAD-9823B90CC220}" type="slidenum">
              <a:rPr lang="en-US" smtClean="0"/>
              <a:t>‹#›</a:t>
            </a:fld>
            <a:endParaRPr lang="en-US"/>
          </a:p>
        </p:txBody>
      </p:sp>
    </p:spTree>
    <p:extLst>
      <p:ext uri="{BB962C8B-B14F-4D97-AF65-F5344CB8AC3E}">
        <p14:creationId xmlns:p14="http://schemas.microsoft.com/office/powerpoint/2010/main" val="3878442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520450-B3F5-CA62-EC94-2C5297B547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3419BD-1BFE-1604-011A-D9BA97CB5B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FF3F22-0C0C-1E8B-0DFF-E3EDB06665D3}"/>
              </a:ext>
            </a:extLst>
          </p:cNvPr>
          <p:cNvSpPr>
            <a:spLocks noGrp="1"/>
          </p:cNvSpPr>
          <p:nvPr>
            <p:ph type="dt" sz="half" idx="10"/>
          </p:nvPr>
        </p:nvSpPr>
        <p:spPr/>
        <p:txBody>
          <a:bodyPr/>
          <a:lstStyle/>
          <a:p>
            <a:fld id="{6E083C4E-D720-444D-BB7A-7611FB5DE675}" type="datetime1">
              <a:rPr lang="en-US" smtClean="0"/>
              <a:t>10/9/2024</a:t>
            </a:fld>
            <a:endParaRPr lang="en-US"/>
          </a:p>
        </p:txBody>
      </p:sp>
      <p:sp>
        <p:nvSpPr>
          <p:cNvPr id="5" name="Footer Placeholder 4">
            <a:extLst>
              <a:ext uri="{FF2B5EF4-FFF2-40B4-BE49-F238E27FC236}">
                <a16:creationId xmlns:a16="http://schemas.microsoft.com/office/drawing/2014/main" id="{6A5DBA3C-3984-9D60-0E09-4D9ADDC154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D94786-71A1-7CA3-D2CB-7AEB610C0373}"/>
              </a:ext>
            </a:extLst>
          </p:cNvPr>
          <p:cNvSpPr>
            <a:spLocks noGrp="1"/>
          </p:cNvSpPr>
          <p:nvPr>
            <p:ph type="sldNum" sz="quarter" idx="12"/>
          </p:nvPr>
        </p:nvSpPr>
        <p:spPr/>
        <p:txBody>
          <a:bodyPr/>
          <a:lstStyle/>
          <a:p>
            <a:fld id="{941EB08D-85F9-4086-BDAD-9823B90CC220}" type="slidenum">
              <a:rPr lang="en-US" smtClean="0"/>
              <a:t>‹#›</a:t>
            </a:fld>
            <a:endParaRPr lang="en-US"/>
          </a:p>
        </p:txBody>
      </p:sp>
    </p:spTree>
    <p:extLst>
      <p:ext uri="{BB962C8B-B14F-4D97-AF65-F5344CB8AC3E}">
        <p14:creationId xmlns:p14="http://schemas.microsoft.com/office/powerpoint/2010/main" val="722724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7AF0B1-3395-CC82-A319-90487E0789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C4F30C-DF75-BFC6-3009-5C8710CECA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641138-ECE0-4DDC-B7F1-D7A50DF2D4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B5DF3-D023-4E26-9B9A-B17636302F4C}" type="datetime1">
              <a:rPr lang="en-US" smtClean="0"/>
              <a:t>10/9/2024</a:t>
            </a:fld>
            <a:endParaRPr lang="en-US"/>
          </a:p>
        </p:txBody>
      </p:sp>
      <p:sp>
        <p:nvSpPr>
          <p:cNvPr id="5" name="Footer Placeholder 4">
            <a:extLst>
              <a:ext uri="{FF2B5EF4-FFF2-40B4-BE49-F238E27FC236}">
                <a16:creationId xmlns:a16="http://schemas.microsoft.com/office/drawing/2014/main" id="{FACCC083-6F9A-BB07-160D-3185F33EEC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FFB03AC-1448-8893-5CB9-CB4161AC0F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1EB08D-85F9-4086-BDAD-9823B90CC220}" type="slidenum">
              <a:rPr lang="en-US" smtClean="0"/>
              <a:t>‹#›</a:t>
            </a:fld>
            <a:endParaRPr lang="en-US"/>
          </a:p>
        </p:txBody>
      </p:sp>
    </p:spTree>
    <p:extLst>
      <p:ext uri="{BB962C8B-B14F-4D97-AF65-F5344CB8AC3E}">
        <p14:creationId xmlns:p14="http://schemas.microsoft.com/office/powerpoint/2010/main" val="2403610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ike.Muha@NordicSkiRacer.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3.png"/><Relationship Id="rId3" Type="http://schemas.openxmlformats.org/officeDocument/2006/relationships/image" Target="../media/image12.png"/><Relationship Id="rId7" Type="http://schemas.openxmlformats.org/officeDocument/2006/relationships/customXml" Target="../ink/ink2.xml"/><Relationship Id="rId12"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10.png"/><Relationship Id="rId11" Type="http://schemas.openxmlformats.org/officeDocument/2006/relationships/customXml" Target="../ink/ink4.xml"/><Relationship Id="rId10" Type="http://schemas.openxmlformats.org/officeDocument/2006/relationships/image" Target="../media/image130.png"/><Relationship Id="rId4" Type="http://schemas.openxmlformats.org/officeDocument/2006/relationships/customXml" Target="../ink/ink1.xml"/><Relationship Id="rId9" Type="http://schemas.openxmlformats.org/officeDocument/2006/relationships/customXml" Target="../ink/ink3.xml"/><Relationship Id="rId1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pn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jp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3.png"/><Relationship Id="rId3" Type="http://schemas.openxmlformats.org/officeDocument/2006/relationships/image" Target="../media/image12.png"/><Relationship Id="rId7" Type="http://schemas.openxmlformats.org/officeDocument/2006/relationships/customXml" Target="../ink/ink6.xml"/><Relationship Id="rId12"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10.png"/><Relationship Id="rId11" Type="http://schemas.openxmlformats.org/officeDocument/2006/relationships/customXml" Target="../ink/ink8.xml"/><Relationship Id="rId10" Type="http://schemas.openxmlformats.org/officeDocument/2006/relationships/image" Target="../media/image130.png"/><Relationship Id="rId4" Type="http://schemas.openxmlformats.org/officeDocument/2006/relationships/customXml" Target="../ink/ink5.xml"/><Relationship Id="rId9" Type="http://schemas.openxmlformats.org/officeDocument/2006/relationships/customXml" Target="../ink/ink7.xml"/><Relationship Id="rId1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354681-6085-324F-B8BD-915DBADE3D59}"/>
              </a:ext>
            </a:extLst>
          </p:cNvPr>
          <p:cNvSpPr>
            <a:spLocks noGrp="1"/>
          </p:cNvSpPr>
          <p:nvPr>
            <p:ph type="ctrTitle"/>
          </p:nvPr>
        </p:nvSpPr>
        <p:spPr/>
        <p:txBody>
          <a:bodyPr/>
          <a:lstStyle/>
          <a:p>
            <a:br>
              <a:rPr lang="en-US" dirty="0"/>
            </a:br>
            <a:r>
              <a:rPr lang="en-US" dirty="0"/>
              <a:t>LCC Cookbook v1.1</a:t>
            </a:r>
          </a:p>
        </p:txBody>
      </p:sp>
      <p:sp>
        <p:nvSpPr>
          <p:cNvPr id="4" name="Subtitle 3">
            <a:extLst>
              <a:ext uri="{FF2B5EF4-FFF2-40B4-BE49-F238E27FC236}">
                <a16:creationId xmlns:a16="http://schemas.microsoft.com/office/drawing/2014/main" id="{B9A63443-AE49-54BA-48AA-05B333032335}"/>
              </a:ext>
            </a:extLst>
          </p:cNvPr>
          <p:cNvSpPr>
            <a:spLocks noGrp="1"/>
          </p:cNvSpPr>
          <p:nvPr>
            <p:ph type="subTitle" idx="1"/>
          </p:nvPr>
        </p:nvSpPr>
        <p:spPr/>
        <p:txBody>
          <a:bodyPr>
            <a:normAutofit/>
          </a:bodyPr>
          <a:lstStyle/>
          <a:p>
            <a:r>
              <a:rPr lang="en-US" dirty="0"/>
              <a:t>A fast track to getting LCC to do something useful</a:t>
            </a:r>
          </a:p>
          <a:p>
            <a:endParaRPr lang="en-US" dirty="0"/>
          </a:p>
          <a:p>
            <a:r>
              <a:rPr lang="en-US" sz="1800" dirty="0"/>
              <a:t>Comments and suggested edits can be sent to: </a:t>
            </a:r>
            <a:r>
              <a:rPr lang="en-US" sz="1800" dirty="0">
                <a:hlinkClick r:id="rId2"/>
              </a:rPr>
              <a:t>Mike.Muha@NordicSkiRacer.com</a:t>
            </a:r>
            <a:r>
              <a:rPr lang="en-US" sz="1800" dirty="0"/>
              <a:t> </a:t>
            </a:r>
          </a:p>
          <a:p>
            <a:endParaRPr lang="en-US" dirty="0"/>
          </a:p>
        </p:txBody>
      </p:sp>
      <p:sp>
        <p:nvSpPr>
          <p:cNvPr id="2" name="Date Placeholder 1">
            <a:extLst>
              <a:ext uri="{FF2B5EF4-FFF2-40B4-BE49-F238E27FC236}">
                <a16:creationId xmlns:a16="http://schemas.microsoft.com/office/drawing/2014/main" id="{18C50581-0CA8-7850-91D2-E19C0B477ECC}"/>
              </a:ext>
            </a:extLst>
          </p:cNvPr>
          <p:cNvSpPr>
            <a:spLocks noGrp="1"/>
          </p:cNvSpPr>
          <p:nvPr>
            <p:ph type="dt" sz="half" idx="10"/>
          </p:nvPr>
        </p:nvSpPr>
        <p:spPr/>
        <p:txBody>
          <a:bodyPr/>
          <a:lstStyle/>
          <a:p>
            <a:fld id="{29CB355F-C708-4167-BE9B-C280A9125E5D}" type="datetime1">
              <a:rPr lang="en-US" smtClean="0"/>
              <a:t>10/9/2024</a:t>
            </a:fld>
            <a:endParaRPr lang="en-US" dirty="0"/>
          </a:p>
        </p:txBody>
      </p:sp>
      <p:sp>
        <p:nvSpPr>
          <p:cNvPr id="5" name="Slide Number Placeholder 4">
            <a:extLst>
              <a:ext uri="{FF2B5EF4-FFF2-40B4-BE49-F238E27FC236}">
                <a16:creationId xmlns:a16="http://schemas.microsoft.com/office/drawing/2014/main" id="{02EB7C98-88AD-336F-0B1A-E65F6473AAA4}"/>
              </a:ext>
            </a:extLst>
          </p:cNvPr>
          <p:cNvSpPr>
            <a:spLocks noGrp="1"/>
          </p:cNvSpPr>
          <p:nvPr>
            <p:ph type="sldNum" sz="quarter" idx="12"/>
          </p:nvPr>
        </p:nvSpPr>
        <p:spPr/>
        <p:txBody>
          <a:bodyPr/>
          <a:lstStyle/>
          <a:p>
            <a:fld id="{941EB08D-85F9-4086-BDAD-9823B90CC220}" type="slidenum">
              <a:rPr lang="en-US" smtClean="0"/>
              <a:t>1</a:t>
            </a:fld>
            <a:endParaRPr lang="en-US"/>
          </a:p>
        </p:txBody>
      </p:sp>
    </p:spTree>
    <p:extLst>
      <p:ext uri="{BB962C8B-B14F-4D97-AF65-F5344CB8AC3E}">
        <p14:creationId xmlns:p14="http://schemas.microsoft.com/office/powerpoint/2010/main" val="2892990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820A9D3-07C5-70EF-24CD-33FD413BFEC6}"/>
              </a:ext>
            </a:extLst>
          </p:cNvPr>
          <p:cNvSpPr>
            <a:spLocks noGrp="1"/>
          </p:cNvSpPr>
          <p:nvPr>
            <p:ph type="title"/>
          </p:nvPr>
        </p:nvSpPr>
        <p:spPr/>
        <p:txBody>
          <a:bodyPr/>
          <a:lstStyle/>
          <a:p>
            <a:r>
              <a:rPr lang="en-US" dirty="0">
                <a:solidFill>
                  <a:srgbClr val="92D050"/>
                </a:solidFill>
              </a:rPr>
              <a:t>Intro</a:t>
            </a:r>
          </a:p>
        </p:txBody>
      </p:sp>
      <p:sp>
        <p:nvSpPr>
          <p:cNvPr id="7" name="Content Placeholder 6">
            <a:extLst>
              <a:ext uri="{FF2B5EF4-FFF2-40B4-BE49-F238E27FC236}">
                <a16:creationId xmlns:a16="http://schemas.microsoft.com/office/drawing/2014/main" id="{211FA775-7227-6357-B3AF-2CF7E5189B2E}"/>
              </a:ext>
            </a:extLst>
          </p:cNvPr>
          <p:cNvSpPr>
            <a:spLocks noGrp="1"/>
          </p:cNvSpPr>
          <p:nvPr>
            <p:ph sz="half" idx="1"/>
          </p:nvPr>
        </p:nvSpPr>
        <p:spPr/>
        <p:txBody>
          <a:bodyPr>
            <a:normAutofit/>
          </a:bodyPr>
          <a:lstStyle/>
          <a:p>
            <a:pPr marL="0" indent="0">
              <a:buNone/>
            </a:pPr>
            <a:r>
              <a:rPr lang="en-US" sz="2000" dirty="0"/>
              <a:t>This cookbook provides examples of things you can do with LCC. The recipes are designed to getting things up and running quickly. It is not a tutorial in why LCC does what it does but allows you to get LCC doing something useful in a minimum of time.</a:t>
            </a:r>
          </a:p>
          <a:p>
            <a:pPr marL="0" indent="0">
              <a:buNone/>
            </a:pPr>
            <a:r>
              <a:rPr lang="en-US" sz="2000" dirty="0"/>
              <a:t>These are only a small set of examples. There are so many different use cases for LCC that it would be impossible to show all the possible configurations. But this cookbook might give you some insight and help you come up to speed faster.</a:t>
            </a:r>
          </a:p>
          <a:p>
            <a:pPr marL="0" indent="0">
              <a:buNone/>
            </a:pPr>
            <a:r>
              <a:rPr lang="en-US" sz="2000" dirty="0"/>
              <a:t>Each recipe is independent and does not depend on another recipe.</a:t>
            </a:r>
          </a:p>
        </p:txBody>
      </p:sp>
      <p:sp>
        <p:nvSpPr>
          <p:cNvPr id="8" name="Content Placeholder 7">
            <a:extLst>
              <a:ext uri="{FF2B5EF4-FFF2-40B4-BE49-F238E27FC236}">
                <a16:creationId xmlns:a16="http://schemas.microsoft.com/office/drawing/2014/main" id="{CB9CA47D-C07C-266F-AD85-6319E3A8BC7F}"/>
              </a:ext>
            </a:extLst>
          </p:cNvPr>
          <p:cNvSpPr>
            <a:spLocks noGrp="1"/>
          </p:cNvSpPr>
          <p:nvPr>
            <p:ph sz="half" idx="2"/>
          </p:nvPr>
        </p:nvSpPr>
        <p:spPr>
          <a:xfrm>
            <a:off x="6172199" y="1825625"/>
            <a:ext cx="5631874" cy="4351338"/>
          </a:xfrm>
        </p:spPr>
        <p:txBody>
          <a:bodyPr>
            <a:normAutofit/>
          </a:bodyPr>
          <a:lstStyle/>
          <a:p>
            <a:pPr marL="0" indent="0">
              <a:buNone/>
            </a:pPr>
            <a:r>
              <a:rPr lang="en-US" sz="2000" dirty="0"/>
              <a:t>Assumptions:</a:t>
            </a:r>
          </a:p>
          <a:p>
            <a:pPr marL="514350" indent="-514350">
              <a:buFont typeface="+mj-lt"/>
              <a:buAutoNum type="arabicPeriod"/>
            </a:pPr>
            <a:r>
              <a:rPr lang="en-US" sz="2000" dirty="0"/>
              <a:t>You have bought and set up a “LCC Starter Kit”</a:t>
            </a:r>
          </a:p>
          <a:p>
            <a:pPr marL="514350" indent="-514350">
              <a:buFont typeface="+mj-lt"/>
              <a:buAutoNum type="arabicPeriod"/>
            </a:pPr>
            <a:r>
              <a:rPr lang="en-US" sz="2000" dirty="0"/>
              <a:t>You have JMRI running.</a:t>
            </a:r>
          </a:p>
          <a:p>
            <a:pPr marL="514350" indent="-514350">
              <a:buFont typeface="+mj-lt"/>
              <a:buAutoNum type="arabicPeriod"/>
            </a:pPr>
            <a:r>
              <a:rPr lang="en-US" sz="2000" dirty="0"/>
              <a:t>You have connected JMRI to your LCC network.</a:t>
            </a:r>
          </a:p>
          <a:p>
            <a:pPr marL="0" indent="0">
              <a:buNone/>
            </a:pPr>
            <a:r>
              <a:rPr lang="en-US" sz="2000" dirty="0"/>
              <a:t>Notes:</a:t>
            </a:r>
          </a:p>
          <a:p>
            <a:r>
              <a:rPr lang="en-US" sz="2000" dirty="0"/>
              <a:t>Wire colors key:</a:t>
            </a:r>
          </a:p>
          <a:p>
            <a:pPr lvl="1"/>
            <a:r>
              <a:rPr lang="en-US" sz="1600" b="1" dirty="0">
                <a:solidFill>
                  <a:srgbClr val="FF0000"/>
                </a:solidFill>
              </a:rPr>
              <a:t>Red</a:t>
            </a:r>
            <a:r>
              <a:rPr lang="en-US" sz="1600" dirty="0"/>
              <a:t> and </a:t>
            </a:r>
            <a:r>
              <a:rPr lang="en-US" sz="1600" b="1" dirty="0"/>
              <a:t>black</a:t>
            </a:r>
            <a:r>
              <a:rPr lang="en-US" sz="1600" dirty="0"/>
              <a:t> are used for track feeders</a:t>
            </a:r>
          </a:p>
          <a:p>
            <a:pPr lvl="1"/>
            <a:r>
              <a:rPr lang="en-US" sz="1600" b="1" dirty="0">
                <a:solidFill>
                  <a:srgbClr val="92D050"/>
                </a:solidFill>
              </a:rPr>
              <a:t>Green</a:t>
            </a:r>
            <a:r>
              <a:rPr lang="en-US" sz="1600" dirty="0"/>
              <a:t> is used for frog power feeders</a:t>
            </a:r>
          </a:p>
          <a:p>
            <a:endParaRPr lang="en-US" sz="2000" dirty="0"/>
          </a:p>
        </p:txBody>
      </p:sp>
      <p:sp>
        <p:nvSpPr>
          <p:cNvPr id="4" name="Date Placeholder 3">
            <a:extLst>
              <a:ext uri="{FF2B5EF4-FFF2-40B4-BE49-F238E27FC236}">
                <a16:creationId xmlns:a16="http://schemas.microsoft.com/office/drawing/2014/main" id="{3480DE4A-7D2E-49DA-9526-34004DDF10FD}"/>
              </a:ext>
            </a:extLst>
          </p:cNvPr>
          <p:cNvSpPr>
            <a:spLocks noGrp="1"/>
          </p:cNvSpPr>
          <p:nvPr>
            <p:ph type="dt" sz="half" idx="10"/>
          </p:nvPr>
        </p:nvSpPr>
        <p:spPr/>
        <p:txBody>
          <a:bodyPr/>
          <a:lstStyle/>
          <a:p>
            <a:fld id="{535719C9-8978-4DC4-ACF0-078A74018CC1}" type="datetime1">
              <a:rPr lang="en-US" smtClean="0"/>
              <a:t>10/9/2024</a:t>
            </a:fld>
            <a:endParaRPr lang="en-US"/>
          </a:p>
        </p:txBody>
      </p:sp>
      <p:sp>
        <p:nvSpPr>
          <p:cNvPr id="5" name="Slide Number Placeholder 4">
            <a:extLst>
              <a:ext uri="{FF2B5EF4-FFF2-40B4-BE49-F238E27FC236}">
                <a16:creationId xmlns:a16="http://schemas.microsoft.com/office/drawing/2014/main" id="{0D5CD42B-1F2E-98F6-1ABA-C23312120E1B}"/>
              </a:ext>
            </a:extLst>
          </p:cNvPr>
          <p:cNvSpPr>
            <a:spLocks noGrp="1"/>
          </p:cNvSpPr>
          <p:nvPr>
            <p:ph type="sldNum" sz="quarter" idx="12"/>
          </p:nvPr>
        </p:nvSpPr>
        <p:spPr/>
        <p:txBody>
          <a:bodyPr/>
          <a:lstStyle/>
          <a:p>
            <a:fld id="{941EB08D-85F9-4086-BDAD-9823B90CC220}" type="slidenum">
              <a:rPr lang="en-US" smtClean="0"/>
              <a:t>2</a:t>
            </a:fld>
            <a:endParaRPr lang="en-US"/>
          </a:p>
        </p:txBody>
      </p:sp>
      <p:sp>
        <p:nvSpPr>
          <p:cNvPr id="9" name="TextBox 8">
            <a:extLst>
              <a:ext uri="{FF2B5EF4-FFF2-40B4-BE49-F238E27FC236}">
                <a16:creationId xmlns:a16="http://schemas.microsoft.com/office/drawing/2014/main" id="{6AEA5460-B48D-6054-D443-B67B4609C08C}"/>
              </a:ext>
            </a:extLst>
          </p:cNvPr>
          <p:cNvSpPr txBox="1"/>
          <p:nvPr/>
        </p:nvSpPr>
        <p:spPr>
          <a:xfrm>
            <a:off x="1989226" y="6400412"/>
            <a:ext cx="8200847" cy="276999"/>
          </a:xfrm>
          <a:prstGeom prst="rect">
            <a:avLst/>
          </a:prstGeom>
          <a:noFill/>
        </p:spPr>
        <p:txBody>
          <a:bodyPr wrap="square">
            <a:spAutoFit/>
          </a:bodyPr>
          <a:lstStyle/>
          <a:p>
            <a:r>
              <a:rPr lang="en-US" sz="1200" dirty="0"/>
              <a:t>Using </a:t>
            </a:r>
            <a:r>
              <a:rPr lang="en-US" sz="1200" dirty="0">
                <a:solidFill>
                  <a:schemeClr val="accent1"/>
                </a:solidFill>
              </a:rPr>
              <a:t>Tower LCC </a:t>
            </a:r>
            <a:r>
              <a:rPr lang="en-US" sz="1200" dirty="0"/>
              <a:t>and </a:t>
            </a:r>
            <a:r>
              <a:rPr lang="en-US" sz="1200" dirty="0">
                <a:solidFill>
                  <a:schemeClr val="accent1"/>
                </a:solidFill>
              </a:rPr>
              <a:t>SMD-8</a:t>
            </a:r>
            <a:r>
              <a:rPr lang="en-US" sz="1200" dirty="0"/>
              <a:t> boards to control 16 turnouts using JMRI panels and no physical buttons</a:t>
            </a:r>
          </a:p>
        </p:txBody>
      </p:sp>
    </p:spTree>
    <p:extLst>
      <p:ext uri="{BB962C8B-B14F-4D97-AF65-F5344CB8AC3E}">
        <p14:creationId xmlns:p14="http://schemas.microsoft.com/office/powerpoint/2010/main" val="1095643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B3E66-257B-39D7-6A2E-F857740A2372}"/>
              </a:ext>
            </a:extLst>
          </p:cNvPr>
          <p:cNvSpPr>
            <a:spLocks noGrp="1"/>
          </p:cNvSpPr>
          <p:nvPr>
            <p:ph type="title"/>
          </p:nvPr>
        </p:nvSpPr>
        <p:spPr/>
        <p:txBody>
          <a:bodyPr/>
          <a:lstStyle/>
          <a:p>
            <a:r>
              <a:rPr lang="en-US" dirty="0">
                <a:solidFill>
                  <a:srgbClr val="92D050"/>
                </a:solidFill>
              </a:rPr>
              <a:t>List of Recipes</a:t>
            </a:r>
          </a:p>
        </p:txBody>
      </p:sp>
      <p:sp>
        <p:nvSpPr>
          <p:cNvPr id="3" name="Content Placeholder 2">
            <a:extLst>
              <a:ext uri="{FF2B5EF4-FFF2-40B4-BE49-F238E27FC236}">
                <a16:creationId xmlns:a16="http://schemas.microsoft.com/office/drawing/2014/main" id="{8E59AE55-B26D-CB72-D1EE-07AA7E9C1925}"/>
              </a:ext>
            </a:extLst>
          </p:cNvPr>
          <p:cNvSpPr>
            <a:spLocks noGrp="1"/>
          </p:cNvSpPr>
          <p:nvPr>
            <p:ph idx="1"/>
          </p:nvPr>
        </p:nvSpPr>
        <p:spPr/>
        <p:txBody>
          <a:bodyPr>
            <a:normAutofit/>
          </a:bodyPr>
          <a:lstStyle/>
          <a:p>
            <a:pPr marL="514350" indent="-514350">
              <a:buFont typeface="+mj-lt"/>
              <a:buAutoNum type="arabicPeriod"/>
            </a:pPr>
            <a:r>
              <a:rPr lang="en-US" sz="2000" dirty="0"/>
              <a:t>Using a </a:t>
            </a:r>
            <a:r>
              <a:rPr lang="en-US" sz="2000" dirty="0">
                <a:solidFill>
                  <a:schemeClr val="accent1"/>
                </a:solidFill>
              </a:rPr>
              <a:t>Tower LCC</a:t>
            </a:r>
            <a:r>
              <a:rPr lang="en-US" sz="2000" dirty="0"/>
              <a:t> node to control up to 16 </a:t>
            </a:r>
            <a:r>
              <a:rPr lang="en-US" sz="2000" dirty="0">
                <a:solidFill>
                  <a:schemeClr val="accent1"/>
                </a:solidFill>
              </a:rPr>
              <a:t>Tortoise</a:t>
            </a:r>
            <a:r>
              <a:rPr lang="en-US" sz="2000" dirty="0"/>
              <a:t> switch machines </a:t>
            </a:r>
            <a:br>
              <a:rPr lang="en-US" sz="2000" dirty="0"/>
            </a:br>
            <a:r>
              <a:rPr lang="en-US" sz="2000" dirty="0"/>
              <a:t>with </a:t>
            </a:r>
            <a:r>
              <a:rPr lang="en-US" sz="2000" dirty="0">
                <a:solidFill>
                  <a:schemeClr val="accent1"/>
                </a:solidFill>
              </a:rPr>
              <a:t>Tortoise </a:t>
            </a:r>
            <a:r>
              <a:rPr lang="en-US" sz="2000" dirty="0" err="1">
                <a:solidFill>
                  <a:schemeClr val="accent1"/>
                </a:solidFill>
              </a:rPr>
              <a:t>Quik</a:t>
            </a:r>
            <a:r>
              <a:rPr lang="en-US" sz="2000" dirty="0">
                <a:solidFill>
                  <a:schemeClr val="accent1"/>
                </a:solidFill>
              </a:rPr>
              <a:t>-Link </a:t>
            </a:r>
            <a:r>
              <a:rPr lang="en-US" sz="2000" dirty="0"/>
              <a:t>boards, controlling the turnouts using a </a:t>
            </a:r>
            <a:r>
              <a:rPr lang="en-US" sz="2000" dirty="0">
                <a:solidFill>
                  <a:schemeClr val="accent1"/>
                </a:solidFill>
              </a:rPr>
              <a:t>JMRI</a:t>
            </a:r>
            <a:r>
              <a:rPr lang="en-US" sz="2000" dirty="0"/>
              <a:t> panel</a:t>
            </a:r>
          </a:p>
          <a:p>
            <a:pPr marL="514350" indent="-514350">
              <a:buFont typeface="+mj-lt"/>
              <a:buAutoNum type="arabicPeriod"/>
            </a:pPr>
            <a:r>
              <a:rPr lang="en-US" sz="2000" dirty="0"/>
              <a:t>Using a </a:t>
            </a:r>
            <a:r>
              <a:rPr lang="en-US" sz="2000" dirty="0">
                <a:solidFill>
                  <a:schemeClr val="accent1"/>
                </a:solidFill>
              </a:rPr>
              <a:t>Tower LCC</a:t>
            </a:r>
            <a:r>
              <a:rPr lang="en-US" sz="2000" dirty="0"/>
              <a:t> node with a </a:t>
            </a:r>
            <a:r>
              <a:rPr lang="en-US" sz="2000" dirty="0">
                <a:solidFill>
                  <a:schemeClr val="accent1"/>
                </a:solidFill>
              </a:rPr>
              <a:t>SMD-8</a:t>
            </a:r>
            <a:r>
              <a:rPr lang="en-US" sz="2000" dirty="0"/>
              <a:t> daughter board </a:t>
            </a:r>
            <a:br>
              <a:rPr lang="en-US" sz="2000" dirty="0"/>
            </a:br>
            <a:r>
              <a:rPr lang="en-US" sz="2000" dirty="0"/>
              <a:t>to control up to 16 </a:t>
            </a:r>
            <a:r>
              <a:rPr lang="en-US" sz="2000" dirty="0">
                <a:solidFill>
                  <a:schemeClr val="accent1"/>
                </a:solidFill>
              </a:rPr>
              <a:t>MP1/MP4</a:t>
            </a:r>
            <a:r>
              <a:rPr lang="en-US" sz="2000" dirty="0"/>
              <a:t> switch machines using a </a:t>
            </a:r>
            <a:r>
              <a:rPr lang="en-US" sz="2000" dirty="0">
                <a:solidFill>
                  <a:schemeClr val="accent1"/>
                </a:solidFill>
              </a:rPr>
              <a:t>JMRI</a:t>
            </a:r>
            <a:r>
              <a:rPr lang="en-US" sz="2000" dirty="0"/>
              <a:t> panel</a:t>
            </a:r>
          </a:p>
        </p:txBody>
      </p:sp>
      <p:sp>
        <p:nvSpPr>
          <p:cNvPr id="4" name="Date Placeholder 3">
            <a:extLst>
              <a:ext uri="{FF2B5EF4-FFF2-40B4-BE49-F238E27FC236}">
                <a16:creationId xmlns:a16="http://schemas.microsoft.com/office/drawing/2014/main" id="{A5931F76-1946-44FC-999D-FA1172FF329E}"/>
              </a:ext>
            </a:extLst>
          </p:cNvPr>
          <p:cNvSpPr>
            <a:spLocks noGrp="1"/>
          </p:cNvSpPr>
          <p:nvPr>
            <p:ph type="dt" sz="half" idx="10"/>
          </p:nvPr>
        </p:nvSpPr>
        <p:spPr/>
        <p:txBody>
          <a:bodyPr/>
          <a:lstStyle/>
          <a:p>
            <a:fld id="{9E14BF75-15DD-4FE9-BC54-07070B7FEC27}" type="datetime1">
              <a:rPr lang="en-US" smtClean="0"/>
              <a:t>10/9/2024</a:t>
            </a:fld>
            <a:endParaRPr lang="en-US" dirty="0"/>
          </a:p>
        </p:txBody>
      </p:sp>
      <p:sp>
        <p:nvSpPr>
          <p:cNvPr id="5" name="Slide Number Placeholder 4">
            <a:extLst>
              <a:ext uri="{FF2B5EF4-FFF2-40B4-BE49-F238E27FC236}">
                <a16:creationId xmlns:a16="http://schemas.microsoft.com/office/drawing/2014/main" id="{8428301E-968B-85B2-A869-21E5A6FAE24F}"/>
              </a:ext>
            </a:extLst>
          </p:cNvPr>
          <p:cNvSpPr>
            <a:spLocks noGrp="1"/>
          </p:cNvSpPr>
          <p:nvPr>
            <p:ph type="sldNum" sz="quarter" idx="12"/>
          </p:nvPr>
        </p:nvSpPr>
        <p:spPr/>
        <p:txBody>
          <a:bodyPr/>
          <a:lstStyle/>
          <a:p>
            <a:fld id="{941EB08D-85F9-4086-BDAD-9823B90CC220}" type="slidenum">
              <a:rPr lang="en-US" smtClean="0"/>
              <a:t>3</a:t>
            </a:fld>
            <a:endParaRPr lang="en-US"/>
          </a:p>
        </p:txBody>
      </p:sp>
    </p:spTree>
    <p:extLst>
      <p:ext uri="{BB962C8B-B14F-4D97-AF65-F5344CB8AC3E}">
        <p14:creationId xmlns:p14="http://schemas.microsoft.com/office/powerpoint/2010/main" val="2303483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7F84066-E84C-E465-F424-614D69647525}"/>
              </a:ext>
            </a:extLst>
          </p:cNvPr>
          <p:cNvSpPr>
            <a:spLocks noGrp="1"/>
          </p:cNvSpPr>
          <p:nvPr>
            <p:ph type="title"/>
          </p:nvPr>
        </p:nvSpPr>
        <p:spPr/>
        <p:txBody>
          <a:bodyPr/>
          <a:lstStyle/>
          <a:p>
            <a:r>
              <a:rPr lang="en-US" dirty="0">
                <a:solidFill>
                  <a:srgbClr val="92D050"/>
                </a:solidFill>
              </a:rPr>
              <a:t>Recipe</a:t>
            </a:r>
          </a:p>
        </p:txBody>
      </p:sp>
      <p:sp>
        <p:nvSpPr>
          <p:cNvPr id="8" name="Text Placeholder 7">
            <a:extLst>
              <a:ext uri="{FF2B5EF4-FFF2-40B4-BE49-F238E27FC236}">
                <a16:creationId xmlns:a16="http://schemas.microsoft.com/office/drawing/2014/main" id="{F7F19330-0458-0F1E-1FD5-B3D0E819261F}"/>
              </a:ext>
            </a:extLst>
          </p:cNvPr>
          <p:cNvSpPr>
            <a:spLocks noGrp="1"/>
          </p:cNvSpPr>
          <p:nvPr>
            <p:ph type="body" idx="1"/>
          </p:nvPr>
        </p:nvSpPr>
        <p:spPr/>
        <p:txBody>
          <a:bodyPr/>
          <a:lstStyle/>
          <a:p>
            <a:r>
              <a:rPr lang="en-US" dirty="0"/>
              <a:t>Using a Tower LCC node to control up to 16 Tortoise </a:t>
            </a:r>
            <a:br>
              <a:rPr lang="en-US" dirty="0"/>
            </a:br>
            <a:r>
              <a:rPr lang="en-US" dirty="0"/>
              <a:t>switch machines using Tortoise </a:t>
            </a:r>
            <a:r>
              <a:rPr lang="en-US" dirty="0" err="1"/>
              <a:t>Quik</a:t>
            </a:r>
            <a:r>
              <a:rPr lang="en-US" dirty="0"/>
              <a:t>-Link boards and </a:t>
            </a:r>
            <a:br>
              <a:rPr lang="en-US" dirty="0"/>
            </a:br>
            <a:r>
              <a:rPr lang="en-US" dirty="0"/>
              <a:t>JMRI Panels</a:t>
            </a:r>
          </a:p>
        </p:txBody>
      </p:sp>
      <p:sp>
        <p:nvSpPr>
          <p:cNvPr id="5" name="Date Placeholder 4">
            <a:extLst>
              <a:ext uri="{FF2B5EF4-FFF2-40B4-BE49-F238E27FC236}">
                <a16:creationId xmlns:a16="http://schemas.microsoft.com/office/drawing/2014/main" id="{B518AA84-C404-5134-76B2-59E50A7978FD}"/>
              </a:ext>
            </a:extLst>
          </p:cNvPr>
          <p:cNvSpPr>
            <a:spLocks noGrp="1"/>
          </p:cNvSpPr>
          <p:nvPr>
            <p:ph type="dt" sz="half" idx="10"/>
          </p:nvPr>
        </p:nvSpPr>
        <p:spPr/>
        <p:txBody>
          <a:bodyPr/>
          <a:lstStyle/>
          <a:p>
            <a:fld id="{9057DBF4-E611-4092-A511-7BC7B38DD720}" type="datetime1">
              <a:rPr lang="en-US" smtClean="0"/>
              <a:t>10/9/2024</a:t>
            </a:fld>
            <a:endParaRPr lang="en-US" dirty="0"/>
          </a:p>
        </p:txBody>
      </p:sp>
      <p:sp>
        <p:nvSpPr>
          <p:cNvPr id="6" name="Slide Number Placeholder 5">
            <a:extLst>
              <a:ext uri="{FF2B5EF4-FFF2-40B4-BE49-F238E27FC236}">
                <a16:creationId xmlns:a16="http://schemas.microsoft.com/office/drawing/2014/main" id="{064257AF-3AC9-BD52-7E74-E4989944B78E}"/>
              </a:ext>
            </a:extLst>
          </p:cNvPr>
          <p:cNvSpPr>
            <a:spLocks noGrp="1"/>
          </p:cNvSpPr>
          <p:nvPr>
            <p:ph type="sldNum" sz="quarter" idx="12"/>
          </p:nvPr>
        </p:nvSpPr>
        <p:spPr/>
        <p:txBody>
          <a:bodyPr/>
          <a:lstStyle/>
          <a:p>
            <a:fld id="{941EB08D-85F9-4086-BDAD-9823B90CC220}" type="slidenum">
              <a:rPr lang="en-US" smtClean="0"/>
              <a:t>4</a:t>
            </a:fld>
            <a:endParaRPr lang="en-US"/>
          </a:p>
        </p:txBody>
      </p:sp>
      <p:pic>
        <p:nvPicPr>
          <p:cNvPr id="9" name="Picture 2">
            <a:extLst>
              <a:ext uri="{FF2B5EF4-FFF2-40B4-BE49-F238E27FC236}">
                <a16:creationId xmlns:a16="http://schemas.microsoft.com/office/drawing/2014/main" id="{75D18207-E0C7-48A0-F53C-928E00E87A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6570" y="1623700"/>
            <a:ext cx="7557164" cy="457726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12B9215-8CD0-A805-DD9A-DC2C06631889}"/>
              </a:ext>
            </a:extLst>
          </p:cNvPr>
          <p:cNvSpPr txBox="1"/>
          <p:nvPr/>
        </p:nvSpPr>
        <p:spPr>
          <a:xfrm>
            <a:off x="1989226" y="6400412"/>
            <a:ext cx="8200847" cy="276999"/>
          </a:xfrm>
          <a:prstGeom prst="rect">
            <a:avLst/>
          </a:prstGeom>
          <a:noFill/>
        </p:spPr>
        <p:txBody>
          <a:bodyPr wrap="square">
            <a:spAutoFit/>
          </a:bodyPr>
          <a:lstStyle/>
          <a:p>
            <a:r>
              <a:rPr lang="en-US" sz="1200" dirty="0"/>
              <a:t>Tower LCC &gt; Tortoise </a:t>
            </a:r>
            <a:r>
              <a:rPr lang="en-US" sz="1200" dirty="0" err="1"/>
              <a:t>Quik</a:t>
            </a:r>
            <a:r>
              <a:rPr lang="en-US" sz="1200" dirty="0"/>
              <a:t>-Link &gt; Tortoise, via JMRI panels</a:t>
            </a:r>
          </a:p>
        </p:txBody>
      </p:sp>
    </p:spTree>
    <p:extLst>
      <p:ext uri="{BB962C8B-B14F-4D97-AF65-F5344CB8AC3E}">
        <p14:creationId xmlns:p14="http://schemas.microsoft.com/office/powerpoint/2010/main" val="52013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D73E932-2A33-A8DB-4793-FEC19B06429E}"/>
              </a:ext>
            </a:extLst>
          </p:cNvPr>
          <p:cNvSpPr>
            <a:spLocks noGrp="1"/>
          </p:cNvSpPr>
          <p:nvPr>
            <p:ph type="title"/>
          </p:nvPr>
        </p:nvSpPr>
        <p:spPr/>
        <p:txBody>
          <a:bodyPr/>
          <a:lstStyle/>
          <a:p>
            <a:r>
              <a:rPr lang="en-US">
                <a:solidFill>
                  <a:srgbClr val="92D050"/>
                </a:solidFill>
              </a:rPr>
              <a:t>Ingredients</a:t>
            </a:r>
            <a:endParaRPr lang="en-US" dirty="0">
              <a:solidFill>
                <a:srgbClr val="92D050"/>
              </a:solidFill>
            </a:endParaRPr>
          </a:p>
        </p:txBody>
      </p:sp>
      <p:sp>
        <p:nvSpPr>
          <p:cNvPr id="8" name="Content Placeholder 7">
            <a:extLst>
              <a:ext uri="{FF2B5EF4-FFF2-40B4-BE49-F238E27FC236}">
                <a16:creationId xmlns:a16="http://schemas.microsoft.com/office/drawing/2014/main" id="{72B181C3-0AB0-A03E-4EBB-4DC9D0FBC177}"/>
              </a:ext>
            </a:extLst>
          </p:cNvPr>
          <p:cNvSpPr>
            <a:spLocks noGrp="1"/>
          </p:cNvSpPr>
          <p:nvPr>
            <p:ph sz="half" idx="1"/>
          </p:nvPr>
        </p:nvSpPr>
        <p:spPr/>
        <p:txBody>
          <a:bodyPr/>
          <a:lstStyle/>
          <a:p>
            <a:r>
              <a:rPr lang="en-US" sz="2000"/>
              <a:t>RR-CirKits </a:t>
            </a:r>
            <a:r>
              <a:rPr lang="en-US" sz="2000">
                <a:solidFill>
                  <a:schemeClr val="accent1"/>
                </a:solidFill>
              </a:rPr>
              <a:t>Tower LCC node </a:t>
            </a:r>
            <a:r>
              <a:rPr lang="en-US" sz="2000"/>
              <a:t>board</a:t>
            </a:r>
          </a:p>
          <a:p>
            <a:r>
              <a:rPr lang="en-US" sz="2000"/>
              <a:t>RR-CirKits </a:t>
            </a:r>
            <a:r>
              <a:rPr lang="en-US" sz="2000">
                <a:solidFill>
                  <a:schemeClr val="accent1"/>
                </a:solidFill>
              </a:rPr>
              <a:t>Tortoise Quik-Link</a:t>
            </a:r>
            <a:r>
              <a:rPr lang="en-US" sz="2000"/>
              <a:t> I/O board and driver</a:t>
            </a:r>
          </a:p>
          <a:p>
            <a:r>
              <a:rPr lang="en-US" sz="2000"/>
              <a:t>Circuitron </a:t>
            </a:r>
            <a:r>
              <a:rPr lang="en-US" sz="2000">
                <a:solidFill>
                  <a:schemeClr val="accent1"/>
                </a:solidFill>
              </a:rPr>
              <a:t>Tortoise</a:t>
            </a:r>
            <a:r>
              <a:rPr lang="en-US" sz="2000"/>
              <a:t> switch machine</a:t>
            </a:r>
          </a:p>
          <a:p>
            <a:r>
              <a:rPr lang="en-US" sz="2000"/>
              <a:t>10-pin Ribbon cable</a:t>
            </a:r>
          </a:p>
          <a:p>
            <a:endParaRPr lang="en-US" sz="2000"/>
          </a:p>
          <a:p>
            <a:endParaRPr lang="en-US" sz="2000"/>
          </a:p>
          <a:p>
            <a:endParaRPr lang="en-US" dirty="0"/>
          </a:p>
        </p:txBody>
      </p:sp>
      <p:sp>
        <p:nvSpPr>
          <p:cNvPr id="5" name="Date Placeholder 4">
            <a:extLst>
              <a:ext uri="{FF2B5EF4-FFF2-40B4-BE49-F238E27FC236}">
                <a16:creationId xmlns:a16="http://schemas.microsoft.com/office/drawing/2014/main" id="{61148A60-F294-94B8-5B31-A653BBA9F3F9}"/>
              </a:ext>
            </a:extLst>
          </p:cNvPr>
          <p:cNvSpPr>
            <a:spLocks noGrp="1"/>
          </p:cNvSpPr>
          <p:nvPr>
            <p:ph type="dt" sz="half" idx="10"/>
          </p:nvPr>
        </p:nvSpPr>
        <p:spPr/>
        <p:txBody>
          <a:bodyPr/>
          <a:lstStyle/>
          <a:p>
            <a:fld id="{1C1D78E5-B1CE-4463-9036-96E3092125A2}" type="datetime1">
              <a:rPr lang="en-US" smtClean="0"/>
              <a:t>10/9/2024</a:t>
            </a:fld>
            <a:endParaRPr lang="en-US" dirty="0"/>
          </a:p>
        </p:txBody>
      </p:sp>
      <p:sp>
        <p:nvSpPr>
          <p:cNvPr id="6" name="Slide Number Placeholder 5">
            <a:extLst>
              <a:ext uri="{FF2B5EF4-FFF2-40B4-BE49-F238E27FC236}">
                <a16:creationId xmlns:a16="http://schemas.microsoft.com/office/drawing/2014/main" id="{916CE29A-5C59-485E-E703-5AE778DFDB89}"/>
              </a:ext>
            </a:extLst>
          </p:cNvPr>
          <p:cNvSpPr>
            <a:spLocks noGrp="1"/>
          </p:cNvSpPr>
          <p:nvPr>
            <p:ph type="sldNum" sz="quarter" idx="12"/>
          </p:nvPr>
        </p:nvSpPr>
        <p:spPr/>
        <p:txBody>
          <a:bodyPr/>
          <a:lstStyle/>
          <a:p>
            <a:fld id="{941EB08D-85F9-4086-BDAD-9823B90CC220}" type="slidenum">
              <a:rPr lang="en-US" smtClean="0"/>
              <a:t>5</a:t>
            </a:fld>
            <a:endParaRPr lang="en-US" dirty="0"/>
          </a:p>
        </p:txBody>
      </p:sp>
      <p:sp>
        <p:nvSpPr>
          <p:cNvPr id="2" name="TextBox 1">
            <a:extLst>
              <a:ext uri="{FF2B5EF4-FFF2-40B4-BE49-F238E27FC236}">
                <a16:creationId xmlns:a16="http://schemas.microsoft.com/office/drawing/2014/main" id="{0344442C-98AA-5549-8899-D36691A04507}"/>
              </a:ext>
            </a:extLst>
          </p:cNvPr>
          <p:cNvSpPr txBox="1"/>
          <p:nvPr/>
        </p:nvSpPr>
        <p:spPr>
          <a:xfrm>
            <a:off x="1989226" y="6400412"/>
            <a:ext cx="8200847" cy="276999"/>
          </a:xfrm>
          <a:prstGeom prst="rect">
            <a:avLst/>
          </a:prstGeom>
          <a:noFill/>
        </p:spPr>
        <p:txBody>
          <a:bodyPr wrap="square">
            <a:spAutoFit/>
          </a:bodyPr>
          <a:lstStyle/>
          <a:p>
            <a:r>
              <a:rPr lang="en-US" sz="1200" dirty="0"/>
              <a:t>Tower LCC &gt; Tortoise </a:t>
            </a:r>
            <a:r>
              <a:rPr lang="en-US" sz="1200" dirty="0" err="1"/>
              <a:t>Quik</a:t>
            </a:r>
            <a:r>
              <a:rPr lang="en-US" sz="1200" dirty="0"/>
              <a:t>-Link &gt; Tortoise, via JMRI panels</a:t>
            </a:r>
          </a:p>
        </p:txBody>
      </p:sp>
      <p:sp>
        <p:nvSpPr>
          <p:cNvPr id="15" name="Content Placeholder 8">
            <a:extLst>
              <a:ext uri="{FF2B5EF4-FFF2-40B4-BE49-F238E27FC236}">
                <a16:creationId xmlns:a16="http://schemas.microsoft.com/office/drawing/2014/main" id="{F99B517A-0FB1-5CCC-9EFA-4B8B005C7D35}"/>
              </a:ext>
            </a:extLst>
          </p:cNvPr>
          <p:cNvSpPr txBox="1">
            <a:spLocks/>
          </p:cNvSpPr>
          <p:nvPr/>
        </p:nvSpPr>
        <p:spPr>
          <a:xfrm>
            <a:off x="5975405" y="847614"/>
            <a:ext cx="5181600" cy="54646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This recipe assumes you are ONLY using JMRI panels to control your turnouts. It also assumes you can create a JMRI panel.</a:t>
            </a:r>
          </a:p>
          <a:p>
            <a:pPr marL="0" indent="0">
              <a:buFont typeface="Arial" panose="020B0604020202020204" pitchFamily="34" charset="0"/>
              <a:buNone/>
            </a:pPr>
            <a:r>
              <a:rPr lang="en-US" sz="2000" dirty="0"/>
              <a:t>Tower LCC versions:</a:t>
            </a:r>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endParaRPr lang="en-US" sz="2000" dirty="0"/>
          </a:p>
          <a:p>
            <a:pPr marL="0" indent="0">
              <a:buFont typeface="Arial" panose="020B0604020202020204" pitchFamily="34" charset="0"/>
              <a:buNone/>
            </a:pPr>
            <a:r>
              <a:rPr lang="en-US" sz="2000" dirty="0"/>
              <a:t>JMRI / Java:</a:t>
            </a:r>
          </a:p>
          <a:p>
            <a:pPr marL="0" indent="0">
              <a:buFont typeface="Arial" panose="020B0604020202020204" pitchFamily="34" charset="0"/>
              <a:buNone/>
            </a:pPr>
            <a:r>
              <a:rPr lang="en-US" sz="2000" dirty="0"/>
              <a:t> </a:t>
            </a:r>
          </a:p>
          <a:p>
            <a:endParaRPr lang="en-US" dirty="0"/>
          </a:p>
        </p:txBody>
      </p:sp>
      <p:pic>
        <p:nvPicPr>
          <p:cNvPr id="16" name="Picture 15">
            <a:extLst>
              <a:ext uri="{FF2B5EF4-FFF2-40B4-BE49-F238E27FC236}">
                <a16:creationId xmlns:a16="http://schemas.microsoft.com/office/drawing/2014/main" id="{383AFF34-46F4-7B73-A6A3-85F45CC2C20F}"/>
              </a:ext>
            </a:extLst>
          </p:cNvPr>
          <p:cNvPicPr>
            <a:picLocks noChangeAspect="1"/>
          </p:cNvPicPr>
          <p:nvPr/>
        </p:nvPicPr>
        <p:blipFill>
          <a:blip r:embed="rId2"/>
          <a:stretch>
            <a:fillRect/>
          </a:stretch>
        </p:blipFill>
        <p:spPr>
          <a:xfrm>
            <a:off x="8684416" y="1796110"/>
            <a:ext cx="2178639" cy="1127319"/>
          </a:xfrm>
          <a:prstGeom prst="rect">
            <a:avLst/>
          </a:prstGeom>
        </p:spPr>
      </p:pic>
      <p:pic>
        <p:nvPicPr>
          <p:cNvPr id="17" name="Picture 16">
            <a:extLst>
              <a:ext uri="{FF2B5EF4-FFF2-40B4-BE49-F238E27FC236}">
                <a16:creationId xmlns:a16="http://schemas.microsoft.com/office/drawing/2014/main" id="{D517ABB1-49FF-C541-0226-6449E68CF229}"/>
              </a:ext>
            </a:extLst>
          </p:cNvPr>
          <p:cNvPicPr>
            <a:picLocks noChangeAspect="1"/>
          </p:cNvPicPr>
          <p:nvPr/>
        </p:nvPicPr>
        <p:blipFill>
          <a:blip r:embed="rId3"/>
          <a:stretch>
            <a:fillRect/>
          </a:stretch>
        </p:blipFill>
        <p:spPr>
          <a:xfrm>
            <a:off x="8684416" y="2967490"/>
            <a:ext cx="2178639" cy="911471"/>
          </a:xfrm>
          <a:prstGeom prst="rect">
            <a:avLst/>
          </a:prstGeom>
        </p:spPr>
      </p:pic>
      <p:pic>
        <p:nvPicPr>
          <p:cNvPr id="18" name="Picture 17">
            <a:extLst>
              <a:ext uri="{FF2B5EF4-FFF2-40B4-BE49-F238E27FC236}">
                <a16:creationId xmlns:a16="http://schemas.microsoft.com/office/drawing/2014/main" id="{AA1898A7-9427-7E8E-C73D-AE6F1162353A}"/>
              </a:ext>
            </a:extLst>
          </p:cNvPr>
          <p:cNvPicPr>
            <a:picLocks noChangeAspect="1"/>
          </p:cNvPicPr>
          <p:nvPr/>
        </p:nvPicPr>
        <p:blipFill>
          <a:blip r:embed="rId4"/>
          <a:stretch>
            <a:fillRect/>
          </a:stretch>
        </p:blipFill>
        <p:spPr>
          <a:xfrm>
            <a:off x="8684416" y="3923022"/>
            <a:ext cx="2178639" cy="964502"/>
          </a:xfrm>
          <a:prstGeom prst="rect">
            <a:avLst/>
          </a:prstGeom>
        </p:spPr>
      </p:pic>
      <p:pic>
        <p:nvPicPr>
          <p:cNvPr id="19" name="Picture 18">
            <a:extLst>
              <a:ext uri="{FF2B5EF4-FFF2-40B4-BE49-F238E27FC236}">
                <a16:creationId xmlns:a16="http://schemas.microsoft.com/office/drawing/2014/main" id="{BD9B85D1-CC9E-814C-AB26-61B6BD5574F9}"/>
              </a:ext>
            </a:extLst>
          </p:cNvPr>
          <p:cNvPicPr>
            <a:picLocks noChangeAspect="1"/>
          </p:cNvPicPr>
          <p:nvPr/>
        </p:nvPicPr>
        <p:blipFill>
          <a:blip r:embed="rId5"/>
          <a:stretch>
            <a:fillRect/>
          </a:stretch>
        </p:blipFill>
        <p:spPr>
          <a:xfrm>
            <a:off x="8224960" y="5099904"/>
            <a:ext cx="2638095" cy="1000000"/>
          </a:xfrm>
          <a:prstGeom prst="rect">
            <a:avLst/>
          </a:prstGeom>
        </p:spPr>
      </p:pic>
    </p:spTree>
    <p:extLst>
      <p:ext uri="{BB962C8B-B14F-4D97-AF65-F5344CB8AC3E}">
        <p14:creationId xmlns:p14="http://schemas.microsoft.com/office/powerpoint/2010/main" val="222788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50">
            <a:extLst>
              <a:ext uri="{FF2B5EF4-FFF2-40B4-BE49-F238E27FC236}">
                <a16:creationId xmlns:a16="http://schemas.microsoft.com/office/drawing/2014/main" id="{00C941CA-0571-14F3-863A-3EAAF9D21EA9}"/>
              </a:ext>
            </a:extLst>
          </p:cNvPr>
          <p:cNvPicPr>
            <a:picLocks noChangeAspect="1"/>
          </p:cNvPicPr>
          <p:nvPr/>
        </p:nvPicPr>
        <p:blipFill>
          <a:blip r:embed="rId3"/>
          <a:stretch>
            <a:fillRect/>
          </a:stretch>
        </p:blipFill>
        <p:spPr>
          <a:xfrm rot="5400000">
            <a:off x="6799732" y="3743599"/>
            <a:ext cx="2804379" cy="888053"/>
          </a:xfrm>
          <a:prstGeom prst="rect">
            <a:avLst/>
          </a:prstGeom>
        </p:spPr>
      </p:pic>
      <p:sp>
        <p:nvSpPr>
          <p:cNvPr id="2" name="Title 1">
            <a:extLst>
              <a:ext uri="{FF2B5EF4-FFF2-40B4-BE49-F238E27FC236}">
                <a16:creationId xmlns:a16="http://schemas.microsoft.com/office/drawing/2014/main" id="{E064D6AA-3288-0A95-544C-143F87DBB007}"/>
              </a:ext>
            </a:extLst>
          </p:cNvPr>
          <p:cNvSpPr>
            <a:spLocks noGrp="1"/>
          </p:cNvSpPr>
          <p:nvPr>
            <p:ph type="title"/>
          </p:nvPr>
        </p:nvSpPr>
        <p:spPr>
          <a:xfrm>
            <a:off x="838200" y="365126"/>
            <a:ext cx="10515600" cy="871492"/>
          </a:xfrm>
        </p:spPr>
        <p:txBody>
          <a:bodyPr>
            <a:noAutofit/>
          </a:bodyPr>
          <a:lstStyle/>
          <a:p>
            <a:r>
              <a:rPr lang="en-US" sz="3600" b="0" i="0" dirty="0">
                <a:solidFill>
                  <a:srgbClr val="333333"/>
                </a:solidFill>
                <a:effectLst/>
                <a:latin typeface="Helvetica Neue"/>
              </a:rPr>
              <a:t>Powering the frog: Tortoise vs. Tortoise </a:t>
            </a:r>
            <a:r>
              <a:rPr lang="en-US" sz="3600" b="0" i="0" dirty="0" err="1">
                <a:solidFill>
                  <a:srgbClr val="333333"/>
                </a:solidFill>
                <a:effectLst/>
                <a:latin typeface="Helvetica Neue"/>
              </a:rPr>
              <a:t>Quik</a:t>
            </a:r>
            <a:r>
              <a:rPr lang="en-US" sz="3600" b="0" i="0" dirty="0">
                <a:solidFill>
                  <a:srgbClr val="333333"/>
                </a:solidFill>
                <a:effectLst/>
                <a:latin typeface="Helvetica Neue"/>
              </a:rPr>
              <a:t>-Link</a:t>
            </a:r>
            <a:endParaRPr lang="en-US" sz="3600" dirty="0"/>
          </a:p>
        </p:txBody>
      </p:sp>
      <p:pic>
        <p:nvPicPr>
          <p:cNvPr id="3" name="Picture 2">
            <a:extLst>
              <a:ext uri="{FF2B5EF4-FFF2-40B4-BE49-F238E27FC236}">
                <a16:creationId xmlns:a16="http://schemas.microsoft.com/office/drawing/2014/main" id="{43118215-7C23-F0DC-27B7-A91ED1C2DFE4}"/>
              </a:ext>
            </a:extLst>
          </p:cNvPr>
          <p:cNvPicPr>
            <a:picLocks noChangeAspect="1"/>
          </p:cNvPicPr>
          <p:nvPr/>
        </p:nvPicPr>
        <p:blipFill>
          <a:blip r:embed="rId3"/>
          <a:stretch>
            <a:fillRect/>
          </a:stretch>
        </p:blipFill>
        <p:spPr>
          <a:xfrm rot="5400000">
            <a:off x="420626" y="3941361"/>
            <a:ext cx="2804379" cy="888053"/>
          </a:xfrm>
          <a:prstGeom prst="rect">
            <a:avLst/>
          </a:prstGeom>
        </p:spPr>
      </p:pic>
      <p:sp>
        <p:nvSpPr>
          <p:cNvPr id="7" name="Rectangle 6">
            <a:extLst>
              <a:ext uri="{FF2B5EF4-FFF2-40B4-BE49-F238E27FC236}">
                <a16:creationId xmlns:a16="http://schemas.microsoft.com/office/drawing/2014/main" id="{9318D133-9858-734F-180E-EBD2831B399E}"/>
              </a:ext>
            </a:extLst>
          </p:cNvPr>
          <p:cNvSpPr/>
          <p:nvPr/>
        </p:nvSpPr>
        <p:spPr>
          <a:xfrm>
            <a:off x="2851466" y="4798976"/>
            <a:ext cx="186509" cy="199416"/>
          </a:xfrm>
          <a:prstGeom prst="rect">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1</a:t>
            </a:r>
          </a:p>
        </p:txBody>
      </p:sp>
      <p:sp>
        <p:nvSpPr>
          <p:cNvPr id="8" name="Rectangle 7">
            <a:extLst>
              <a:ext uri="{FF2B5EF4-FFF2-40B4-BE49-F238E27FC236}">
                <a16:creationId xmlns:a16="http://schemas.microsoft.com/office/drawing/2014/main" id="{E7779805-0F8E-3C99-EF1C-96A033E29765}"/>
              </a:ext>
            </a:extLst>
          </p:cNvPr>
          <p:cNvSpPr/>
          <p:nvPr/>
        </p:nvSpPr>
        <p:spPr>
          <a:xfrm>
            <a:off x="3092092" y="4798976"/>
            <a:ext cx="186509" cy="199416"/>
          </a:xfrm>
          <a:prstGeom prst="rect">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2</a:t>
            </a:r>
          </a:p>
        </p:txBody>
      </p:sp>
      <p:sp>
        <p:nvSpPr>
          <p:cNvPr id="9" name="Rectangle 8">
            <a:extLst>
              <a:ext uri="{FF2B5EF4-FFF2-40B4-BE49-F238E27FC236}">
                <a16:creationId xmlns:a16="http://schemas.microsoft.com/office/drawing/2014/main" id="{462B9DD4-14A8-10DF-87E0-0B67274E85B9}"/>
              </a:ext>
            </a:extLst>
          </p:cNvPr>
          <p:cNvSpPr/>
          <p:nvPr/>
        </p:nvSpPr>
        <p:spPr>
          <a:xfrm>
            <a:off x="3332718" y="4798976"/>
            <a:ext cx="186509" cy="199416"/>
          </a:xfrm>
          <a:prstGeom prst="rect">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3</a:t>
            </a:r>
          </a:p>
        </p:txBody>
      </p:sp>
      <p:sp>
        <p:nvSpPr>
          <p:cNvPr id="10" name="Rectangle 9">
            <a:extLst>
              <a:ext uri="{FF2B5EF4-FFF2-40B4-BE49-F238E27FC236}">
                <a16:creationId xmlns:a16="http://schemas.microsoft.com/office/drawing/2014/main" id="{C5F9B067-41A9-1BD2-9B14-737989FBA0A3}"/>
              </a:ext>
            </a:extLst>
          </p:cNvPr>
          <p:cNvSpPr/>
          <p:nvPr/>
        </p:nvSpPr>
        <p:spPr>
          <a:xfrm>
            <a:off x="3573344" y="4798976"/>
            <a:ext cx="186509" cy="199416"/>
          </a:xfrm>
          <a:prstGeom prst="rect">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4</a:t>
            </a:r>
          </a:p>
        </p:txBody>
      </p:sp>
      <p:sp>
        <p:nvSpPr>
          <p:cNvPr id="11" name="Rectangle 10">
            <a:extLst>
              <a:ext uri="{FF2B5EF4-FFF2-40B4-BE49-F238E27FC236}">
                <a16:creationId xmlns:a16="http://schemas.microsoft.com/office/drawing/2014/main" id="{7AB489C4-E901-0A5F-3B05-2A33EDF77F7E}"/>
              </a:ext>
            </a:extLst>
          </p:cNvPr>
          <p:cNvSpPr/>
          <p:nvPr/>
        </p:nvSpPr>
        <p:spPr>
          <a:xfrm>
            <a:off x="3813970" y="4798976"/>
            <a:ext cx="186509" cy="199416"/>
          </a:xfrm>
          <a:prstGeom prst="rect">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5</a:t>
            </a:r>
          </a:p>
        </p:txBody>
      </p:sp>
      <p:sp>
        <p:nvSpPr>
          <p:cNvPr id="12" name="Rectangle 11">
            <a:extLst>
              <a:ext uri="{FF2B5EF4-FFF2-40B4-BE49-F238E27FC236}">
                <a16:creationId xmlns:a16="http://schemas.microsoft.com/office/drawing/2014/main" id="{80D0BE6F-F709-684D-84C2-1CE941A35E92}"/>
              </a:ext>
            </a:extLst>
          </p:cNvPr>
          <p:cNvSpPr/>
          <p:nvPr/>
        </p:nvSpPr>
        <p:spPr>
          <a:xfrm>
            <a:off x="4054596" y="4798976"/>
            <a:ext cx="186509" cy="199416"/>
          </a:xfrm>
          <a:prstGeom prst="rect">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6</a:t>
            </a:r>
          </a:p>
        </p:txBody>
      </p:sp>
      <p:sp>
        <p:nvSpPr>
          <p:cNvPr id="13" name="Rectangle 12">
            <a:extLst>
              <a:ext uri="{FF2B5EF4-FFF2-40B4-BE49-F238E27FC236}">
                <a16:creationId xmlns:a16="http://schemas.microsoft.com/office/drawing/2014/main" id="{1C3E664F-69BF-69A0-EDD6-4306FD148068}"/>
              </a:ext>
            </a:extLst>
          </p:cNvPr>
          <p:cNvSpPr/>
          <p:nvPr/>
        </p:nvSpPr>
        <p:spPr>
          <a:xfrm>
            <a:off x="4295222" y="4798976"/>
            <a:ext cx="186509" cy="199416"/>
          </a:xfrm>
          <a:prstGeom prst="rect">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7</a:t>
            </a:r>
          </a:p>
        </p:txBody>
      </p:sp>
      <p:sp>
        <p:nvSpPr>
          <p:cNvPr id="14" name="Rectangle 13">
            <a:extLst>
              <a:ext uri="{FF2B5EF4-FFF2-40B4-BE49-F238E27FC236}">
                <a16:creationId xmlns:a16="http://schemas.microsoft.com/office/drawing/2014/main" id="{CB297385-7AF2-B4B8-ACD4-49097C89436A}"/>
              </a:ext>
            </a:extLst>
          </p:cNvPr>
          <p:cNvSpPr/>
          <p:nvPr/>
        </p:nvSpPr>
        <p:spPr>
          <a:xfrm>
            <a:off x="4535850" y="4798976"/>
            <a:ext cx="186509" cy="199416"/>
          </a:xfrm>
          <a:prstGeom prst="rect">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r>
              <a:rPr lang="en-US" sz="1600" dirty="0"/>
              <a:t>8</a:t>
            </a:r>
          </a:p>
        </p:txBody>
      </p:sp>
      <p:sp>
        <p:nvSpPr>
          <p:cNvPr id="6" name="Rectangle 5">
            <a:extLst>
              <a:ext uri="{FF2B5EF4-FFF2-40B4-BE49-F238E27FC236}">
                <a16:creationId xmlns:a16="http://schemas.microsoft.com/office/drawing/2014/main" id="{99588CD5-1092-26FE-BB00-16BF410CE90C}"/>
              </a:ext>
            </a:extLst>
          </p:cNvPr>
          <p:cNvSpPr/>
          <p:nvPr/>
        </p:nvSpPr>
        <p:spPr>
          <a:xfrm>
            <a:off x="2851467" y="2901498"/>
            <a:ext cx="1870890" cy="189323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0FBCE207-CC62-BCE5-AF35-D8395609B489}"/>
              </a:ext>
            </a:extLst>
          </p:cNvPr>
          <p:cNvCxnSpPr>
            <a:cxnSpLocks/>
          </p:cNvCxnSpPr>
          <p:nvPr/>
        </p:nvCxnSpPr>
        <p:spPr>
          <a:xfrm flipH="1">
            <a:off x="960656" y="3667306"/>
            <a:ext cx="822101" cy="0"/>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23" name="Straight Connector 22">
            <a:extLst>
              <a:ext uri="{FF2B5EF4-FFF2-40B4-BE49-F238E27FC236}">
                <a16:creationId xmlns:a16="http://schemas.microsoft.com/office/drawing/2014/main" id="{78DE80FC-7457-CB29-41FC-6475CBC8FA2D}"/>
              </a:ext>
            </a:extLst>
          </p:cNvPr>
          <p:cNvCxnSpPr>
            <a:cxnSpLocks/>
          </p:cNvCxnSpPr>
          <p:nvPr/>
        </p:nvCxnSpPr>
        <p:spPr>
          <a:xfrm flipV="1">
            <a:off x="960656" y="3654624"/>
            <a:ext cx="0" cy="2573112"/>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26" name="Straight Connector 25">
            <a:extLst>
              <a:ext uri="{FF2B5EF4-FFF2-40B4-BE49-F238E27FC236}">
                <a16:creationId xmlns:a16="http://schemas.microsoft.com/office/drawing/2014/main" id="{8A3A8290-4556-0BCE-3E2C-22AC9B05FC31}"/>
              </a:ext>
            </a:extLst>
          </p:cNvPr>
          <p:cNvCxnSpPr>
            <a:cxnSpLocks/>
          </p:cNvCxnSpPr>
          <p:nvPr/>
        </p:nvCxnSpPr>
        <p:spPr>
          <a:xfrm flipH="1">
            <a:off x="960656" y="6212458"/>
            <a:ext cx="2799197" cy="0"/>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28" name="Straight Connector 27">
            <a:extLst>
              <a:ext uri="{FF2B5EF4-FFF2-40B4-BE49-F238E27FC236}">
                <a16:creationId xmlns:a16="http://schemas.microsoft.com/office/drawing/2014/main" id="{39DB6E64-5761-00BB-E653-EB16754CABAD}"/>
              </a:ext>
            </a:extLst>
          </p:cNvPr>
          <p:cNvCxnSpPr>
            <a:cxnSpLocks/>
          </p:cNvCxnSpPr>
          <p:nvPr/>
        </p:nvCxnSpPr>
        <p:spPr>
          <a:xfrm flipH="1" flipV="1">
            <a:off x="3710030" y="5010476"/>
            <a:ext cx="6136" cy="1229942"/>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30" name="Straight Connector 29">
            <a:extLst>
              <a:ext uri="{FF2B5EF4-FFF2-40B4-BE49-F238E27FC236}">
                <a16:creationId xmlns:a16="http://schemas.microsoft.com/office/drawing/2014/main" id="{70C004B3-4809-4E8D-D026-CA4FF5EFCF4A}"/>
              </a:ext>
            </a:extLst>
          </p:cNvPr>
          <p:cNvCxnSpPr>
            <a:cxnSpLocks/>
          </p:cNvCxnSpPr>
          <p:nvPr/>
        </p:nvCxnSpPr>
        <p:spPr>
          <a:xfrm flipH="1">
            <a:off x="1801193" y="5542062"/>
            <a:ext cx="1419765" cy="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32" name="Straight Connector 31">
            <a:extLst>
              <a:ext uri="{FF2B5EF4-FFF2-40B4-BE49-F238E27FC236}">
                <a16:creationId xmlns:a16="http://schemas.microsoft.com/office/drawing/2014/main" id="{6346B76B-9F3C-5B6E-4E57-8B6BCEAD8B8A}"/>
              </a:ext>
            </a:extLst>
          </p:cNvPr>
          <p:cNvCxnSpPr>
            <a:cxnSpLocks/>
          </p:cNvCxnSpPr>
          <p:nvPr/>
        </p:nvCxnSpPr>
        <p:spPr>
          <a:xfrm>
            <a:off x="3181769" y="4998392"/>
            <a:ext cx="0" cy="54367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49" name="Straight Connector 48">
            <a:extLst>
              <a:ext uri="{FF2B5EF4-FFF2-40B4-BE49-F238E27FC236}">
                <a16:creationId xmlns:a16="http://schemas.microsoft.com/office/drawing/2014/main" id="{1725399A-2134-14C8-B895-B6313FF43C4E}"/>
              </a:ext>
            </a:extLst>
          </p:cNvPr>
          <p:cNvCxnSpPr>
            <a:cxnSpLocks/>
          </p:cNvCxnSpPr>
          <p:nvPr/>
        </p:nvCxnSpPr>
        <p:spPr>
          <a:xfrm flipH="1" flipV="1">
            <a:off x="3441327" y="4998392"/>
            <a:ext cx="5268" cy="961591"/>
          </a:xfrm>
          <a:prstGeom prst="line">
            <a:avLst/>
          </a:prstGeom>
          <a:ln w="76200"/>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343A5B12-FD4C-127F-9788-751E4AAFB909}"/>
              </a:ext>
            </a:extLst>
          </p:cNvPr>
          <p:cNvCxnSpPr>
            <a:cxnSpLocks/>
          </p:cNvCxnSpPr>
          <p:nvPr/>
        </p:nvCxnSpPr>
        <p:spPr>
          <a:xfrm flipH="1">
            <a:off x="1192743" y="5542062"/>
            <a:ext cx="362359"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A61317E2-3E19-1354-F045-9224E7121CA1}"/>
              </a:ext>
            </a:extLst>
          </p:cNvPr>
          <p:cNvCxnSpPr>
            <a:cxnSpLocks/>
          </p:cNvCxnSpPr>
          <p:nvPr/>
        </p:nvCxnSpPr>
        <p:spPr>
          <a:xfrm flipV="1">
            <a:off x="1211525" y="5502783"/>
            <a:ext cx="0" cy="457200"/>
          </a:xfrm>
          <a:prstGeom prst="line">
            <a:avLst/>
          </a:prstGeom>
          <a:ln w="76200"/>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7A19DFA7-20B8-45CD-F72E-0048F9C3E346}"/>
              </a:ext>
            </a:extLst>
          </p:cNvPr>
          <p:cNvCxnSpPr>
            <a:cxnSpLocks/>
          </p:cNvCxnSpPr>
          <p:nvPr/>
        </p:nvCxnSpPr>
        <p:spPr>
          <a:xfrm flipH="1">
            <a:off x="1189813" y="5932259"/>
            <a:ext cx="2282074" cy="9980"/>
          </a:xfrm>
          <a:prstGeom prst="line">
            <a:avLst/>
          </a:prstGeom>
          <a:ln w="76200"/>
        </p:spPr>
        <p:style>
          <a:lnRef idx="1">
            <a:schemeClr val="dk1"/>
          </a:lnRef>
          <a:fillRef idx="0">
            <a:schemeClr val="dk1"/>
          </a:fillRef>
          <a:effectRef idx="0">
            <a:schemeClr val="dk1"/>
          </a:effectRef>
          <a:fontRef idx="minor">
            <a:schemeClr val="tx1"/>
          </a:fontRef>
        </p:style>
      </p:cxnSp>
      <p:pic>
        <p:nvPicPr>
          <p:cNvPr id="1026" name="Picture 2">
            <a:extLst>
              <a:ext uri="{FF2B5EF4-FFF2-40B4-BE49-F238E27FC236}">
                <a16:creationId xmlns:a16="http://schemas.microsoft.com/office/drawing/2014/main" id="{C5820B22-22C4-4A7A-51E7-6AB5D310AF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8822766" y="2605813"/>
            <a:ext cx="2378482" cy="235301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5C23452-3626-0041-3F74-8660FE40EB26}"/>
              </a:ext>
            </a:extLst>
          </p:cNvPr>
          <p:cNvSpPr/>
          <p:nvPr/>
        </p:nvSpPr>
        <p:spPr>
          <a:xfrm>
            <a:off x="3156121" y="3898837"/>
            <a:ext cx="130302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BF4E6D9-FB77-1B86-16C7-52E8D8D59BDE}"/>
              </a:ext>
            </a:extLst>
          </p:cNvPr>
          <p:cNvSpPr/>
          <p:nvPr/>
        </p:nvSpPr>
        <p:spPr>
          <a:xfrm>
            <a:off x="3181769" y="3936594"/>
            <a:ext cx="276225" cy="2738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F10C969E-8CEE-E055-766C-9F8F56D73A45}"/>
              </a:ext>
            </a:extLst>
          </p:cNvPr>
          <p:cNvCxnSpPr/>
          <p:nvPr/>
        </p:nvCxnSpPr>
        <p:spPr>
          <a:xfrm flipV="1">
            <a:off x="3338931" y="2723089"/>
            <a:ext cx="138113" cy="134959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Date Placeholder 23">
            <a:extLst>
              <a:ext uri="{FF2B5EF4-FFF2-40B4-BE49-F238E27FC236}">
                <a16:creationId xmlns:a16="http://schemas.microsoft.com/office/drawing/2014/main" id="{60E9599F-32B7-8AD0-DC4D-C5112E746CAC}"/>
              </a:ext>
            </a:extLst>
          </p:cNvPr>
          <p:cNvSpPr>
            <a:spLocks noGrp="1"/>
          </p:cNvSpPr>
          <p:nvPr>
            <p:ph type="dt" sz="half" idx="10"/>
          </p:nvPr>
        </p:nvSpPr>
        <p:spPr/>
        <p:txBody>
          <a:bodyPr/>
          <a:lstStyle/>
          <a:p>
            <a:fld id="{784F3346-BF79-487C-8203-231029FD52D5}" type="datetime1">
              <a:rPr lang="en-US" smtClean="0"/>
              <a:t>10/9/2024</a:t>
            </a:fld>
            <a:endParaRPr lang="en-US" dirty="0"/>
          </a:p>
        </p:txBody>
      </p:sp>
      <p:sp>
        <p:nvSpPr>
          <p:cNvPr id="27" name="Slide Number Placeholder 26">
            <a:extLst>
              <a:ext uri="{FF2B5EF4-FFF2-40B4-BE49-F238E27FC236}">
                <a16:creationId xmlns:a16="http://schemas.microsoft.com/office/drawing/2014/main" id="{C7B1A20E-9F11-2301-E586-AAC202567640}"/>
              </a:ext>
            </a:extLst>
          </p:cNvPr>
          <p:cNvSpPr>
            <a:spLocks noGrp="1"/>
          </p:cNvSpPr>
          <p:nvPr>
            <p:ph type="sldNum" sz="quarter" idx="12"/>
          </p:nvPr>
        </p:nvSpPr>
        <p:spPr>
          <a:xfrm>
            <a:off x="10487024" y="6356350"/>
            <a:ext cx="866775" cy="365125"/>
          </a:xfrm>
        </p:spPr>
        <p:txBody>
          <a:bodyPr/>
          <a:lstStyle/>
          <a:p>
            <a:fld id="{941EB08D-85F9-4086-BDAD-9823B90CC220}" type="slidenum">
              <a:rPr lang="en-US" smtClean="0"/>
              <a:t>6</a:t>
            </a:fld>
            <a:endParaRPr lang="en-US"/>
          </a:p>
        </p:txBody>
      </p:sp>
      <p:cxnSp>
        <p:nvCxnSpPr>
          <p:cNvPr id="29" name="Straight Connector 28">
            <a:extLst>
              <a:ext uri="{FF2B5EF4-FFF2-40B4-BE49-F238E27FC236}">
                <a16:creationId xmlns:a16="http://schemas.microsoft.com/office/drawing/2014/main" id="{174E3828-CA0B-9B72-E37E-305B9169AC8D}"/>
              </a:ext>
            </a:extLst>
          </p:cNvPr>
          <p:cNvCxnSpPr>
            <a:cxnSpLocks/>
          </p:cNvCxnSpPr>
          <p:nvPr/>
        </p:nvCxnSpPr>
        <p:spPr>
          <a:xfrm flipH="1">
            <a:off x="7385160" y="3445764"/>
            <a:ext cx="804370" cy="0"/>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31" name="Straight Connector 30">
            <a:extLst>
              <a:ext uri="{FF2B5EF4-FFF2-40B4-BE49-F238E27FC236}">
                <a16:creationId xmlns:a16="http://schemas.microsoft.com/office/drawing/2014/main" id="{70AE3649-B722-7DE4-DB21-A5B43E5ED904}"/>
              </a:ext>
            </a:extLst>
          </p:cNvPr>
          <p:cNvCxnSpPr>
            <a:cxnSpLocks/>
          </p:cNvCxnSpPr>
          <p:nvPr/>
        </p:nvCxnSpPr>
        <p:spPr>
          <a:xfrm flipV="1">
            <a:off x="7398727" y="3445764"/>
            <a:ext cx="0" cy="2568932"/>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33" name="Straight Connector 32">
            <a:extLst>
              <a:ext uri="{FF2B5EF4-FFF2-40B4-BE49-F238E27FC236}">
                <a16:creationId xmlns:a16="http://schemas.microsoft.com/office/drawing/2014/main" id="{8178515F-DD7C-46AD-6655-BAFA4E2CA883}"/>
              </a:ext>
            </a:extLst>
          </p:cNvPr>
          <p:cNvCxnSpPr>
            <a:cxnSpLocks/>
          </p:cNvCxnSpPr>
          <p:nvPr/>
        </p:nvCxnSpPr>
        <p:spPr>
          <a:xfrm flipH="1">
            <a:off x="7385160" y="5985928"/>
            <a:ext cx="2467814" cy="0"/>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34" name="Straight Connector 33">
            <a:extLst>
              <a:ext uri="{FF2B5EF4-FFF2-40B4-BE49-F238E27FC236}">
                <a16:creationId xmlns:a16="http://schemas.microsoft.com/office/drawing/2014/main" id="{3C805D1F-50E7-F310-2456-7A64FAE670AB}"/>
              </a:ext>
            </a:extLst>
          </p:cNvPr>
          <p:cNvCxnSpPr>
            <a:cxnSpLocks/>
          </p:cNvCxnSpPr>
          <p:nvPr/>
        </p:nvCxnSpPr>
        <p:spPr>
          <a:xfrm flipV="1">
            <a:off x="9842308" y="4933129"/>
            <a:ext cx="0" cy="1081567"/>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35" name="Straight Connector 34">
            <a:extLst>
              <a:ext uri="{FF2B5EF4-FFF2-40B4-BE49-F238E27FC236}">
                <a16:creationId xmlns:a16="http://schemas.microsoft.com/office/drawing/2014/main" id="{0AB8468D-9B4C-8E77-522B-9B00F20B461C}"/>
              </a:ext>
            </a:extLst>
          </p:cNvPr>
          <p:cNvCxnSpPr>
            <a:cxnSpLocks/>
          </p:cNvCxnSpPr>
          <p:nvPr/>
        </p:nvCxnSpPr>
        <p:spPr>
          <a:xfrm flipH="1">
            <a:off x="8189530" y="5427685"/>
            <a:ext cx="1481288" cy="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36" name="Straight Connector 35">
            <a:extLst>
              <a:ext uri="{FF2B5EF4-FFF2-40B4-BE49-F238E27FC236}">
                <a16:creationId xmlns:a16="http://schemas.microsoft.com/office/drawing/2014/main" id="{FE7E65EC-BE18-4F7E-F3F0-E55ED61A09B0}"/>
              </a:ext>
            </a:extLst>
          </p:cNvPr>
          <p:cNvCxnSpPr>
            <a:cxnSpLocks/>
          </p:cNvCxnSpPr>
          <p:nvPr/>
        </p:nvCxnSpPr>
        <p:spPr>
          <a:xfrm flipH="1">
            <a:off x="9670818" y="4933129"/>
            <a:ext cx="2375" cy="537445"/>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38" name="Straight Connector 37">
            <a:extLst>
              <a:ext uri="{FF2B5EF4-FFF2-40B4-BE49-F238E27FC236}">
                <a16:creationId xmlns:a16="http://schemas.microsoft.com/office/drawing/2014/main" id="{C6B16426-A171-E518-B807-619196D2D6BA}"/>
              </a:ext>
            </a:extLst>
          </p:cNvPr>
          <p:cNvCxnSpPr>
            <a:cxnSpLocks/>
          </p:cNvCxnSpPr>
          <p:nvPr/>
        </p:nvCxnSpPr>
        <p:spPr>
          <a:xfrm flipV="1">
            <a:off x="10022089" y="4922534"/>
            <a:ext cx="0" cy="922628"/>
          </a:xfrm>
          <a:prstGeom prst="line">
            <a:avLst/>
          </a:prstGeom>
          <a:ln w="76200"/>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A5FF628-502E-4E44-D70F-8DEE51C80FAF}"/>
              </a:ext>
            </a:extLst>
          </p:cNvPr>
          <p:cNvCxnSpPr>
            <a:cxnSpLocks/>
          </p:cNvCxnSpPr>
          <p:nvPr/>
        </p:nvCxnSpPr>
        <p:spPr>
          <a:xfrm flipH="1">
            <a:off x="7544718" y="5427241"/>
            <a:ext cx="362359"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330B254D-D38E-6EB2-89ED-D169573EA417}"/>
              </a:ext>
            </a:extLst>
          </p:cNvPr>
          <p:cNvCxnSpPr>
            <a:cxnSpLocks/>
          </p:cNvCxnSpPr>
          <p:nvPr/>
        </p:nvCxnSpPr>
        <p:spPr>
          <a:xfrm flipV="1">
            <a:off x="7556272" y="5383848"/>
            <a:ext cx="0" cy="378373"/>
          </a:xfrm>
          <a:prstGeom prst="line">
            <a:avLst/>
          </a:prstGeom>
          <a:ln w="76200"/>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266FE702-19F0-5DE7-134A-25FC4754C457}"/>
              </a:ext>
            </a:extLst>
          </p:cNvPr>
          <p:cNvCxnSpPr>
            <a:cxnSpLocks/>
          </p:cNvCxnSpPr>
          <p:nvPr/>
        </p:nvCxnSpPr>
        <p:spPr>
          <a:xfrm flipH="1">
            <a:off x="7534636" y="5748591"/>
            <a:ext cx="2477371" cy="0"/>
          </a:xfrm>
          <a:prstGeom prst="line">
            <a:avLst/>
          </a:prstGeom>
          <a:ln w="76200"/>
        </p:spPr>
        <p:style>
          <a:lnRef idx="1">
            <a:schemeClr val="dk1"/>
          </a:lnRef>
          <a:fillRef idx="0">
            <a:schemeClr val="dk1"/>
          </a:fillRef>
          <a:effectRef idx="0">
            <a:schemeClr val="dk1"/>
          </a:effectRef>
          <a:fontRef idx="minor">
            <a:schemeClr val="tx1"/>
          </a:fontRef>
        </p:style>
      </p:cxnSp>
      <p:sp>
        <p:nvSpPr>
          <p:cNvPr id="18" name="Rectangle 17">
            <a:extLst>
              <a:ext uri="{FF2B5EF4-FFF2-40B4-BE49-F238E27FC236}">
                <a16:creationId xmlns:a16="http://schemas.microsoft.com/office/drawing/2014/main" id="{382CC7C0-06D9-E494-F938-02989E1807A5}"/>
              </a:ext>
            </a:extLst>
          </p:cNvPr>
          <p:cNvSpPr/>
          <p:nvPr/>
        </p:nvSpPr>
        <p:spPr>
          <a:xfrm>
            <a:off x="9548898" y="5038168"/>
            <a:ext cx="243840" cy="252548"/>
          </a:xfrm>
          <a:prstGeom prst="rect">
            <a:avLst/>
          </a:prstGeom>
          <a:ln w="19050">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2</a:t>
            </a:r>
          </a:p>
        </p:txBody>
      </p:sp>
      <p:sp>
        <p:nvSpPr>
          <p:cNvPr id="19" name="Rectangle 18">
            <a:extLst>
              <a:ext uri="{FF2B5EF4-FFF2-40B4-BE49-F238E27FC236}">
                <a16:creationId xmlns:a16="http://schemas.microsoft.com/office/drawing/2014/main" id="{468C247E-0EE2-7847-12D2-4EB0C11ADE23}"/>
              </a:ext>
            </a:extLst>
          </p:cNvPr>
          <p:cNvSpPr/>
          <p:nvPr/>
        </p:nvSpPr>
        <p:spPr>
          <a:xfrm>
            <a:off x="9900169" y="5650432"/>
            <a:ext cx="243840" cy="252548"/>
          </a:xfrm>
          <a:prstGeom prst="rect">
            <a:avLst/>
          </a:prstGeom>
          <a:ln w="19050">
            <a:solidFill>
              <a:schemeClr val="tx1"/>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3</a:t>
            </a:r>
          </a:p>
        </p:txBody>
      </p:sp>
      <p:sp>
        <p:nvSpPr>
          <p:cNvPr id="20" name="Rectangle 19">
            <a:extLst>
              <a:ext uri="{FF2B5EF4-FFF2-40B4-BE49-F238E27FC236}">
                <a16:creationId xmlns:a16="http://schemas.microsoft.com/office/drawing/2014/main" id="{1F6D588F-E11C-4D58-B73B-222D91F245C0}"/>
              </a:ext>
            </a:extLst>
          </p:cNvPr>
          <p:cNvSpPr/>
          <p:nvPr/>
        </p:nvSpPr>
        <p:spPr>
          <a:xfrm>
            <a:off x="9731054" y="5344300"/>
            <a:ext cx="243840" cy="252548"/>
          </a:xfrm>
          <a:prstGeom prst="rect">
            <a:avLst/>
          </a:prstGeom>
          <a:ln w="19050">
            <a:solidFill>
              <a:schemeClr val="accent6"/>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4</a:t>
            </a:r>
          </a:p>
        </p:txBody>
      </p:sp>
      <p:sp>
        <p:nvSpPr>
          <p:cNvPr id="1029" name="TextBox 1028">
            <a:extLst>
              <a:ext uri="{FF2B5EF4-FFF2-40B4-BE49-F238E27FC236}">
                <a16:creationId xmlns:a16="http://schemas.microsoft.com/office/drawing/2014/main" id="{D0E97B70-86EF-2169-BADF-D4DC0B004D53}"/>
              </a:ext>
            </a:extLst>
          </p:cNvPr>
          <p:cNvSpPr txBox="1"/>
          <p:nvPr/>
        </p:nvSpPr>
        <p:spPr>
          <a:xfrm>
            <a:off x="1989226" y="6400412"/>
            <a:ext cx="8200847" cy="276999"/>
          </a:xfrm>
          <a:prstGeom prst="rect">
            <a:avLst/>
          </a:prstGeom>
          <a:noFill/>
        </p:spPr>
        <p:txBody>
          <a:bodyPr wrap="square">
            <a:spAutoFit/>
          </a:bodyPr>
          <a:lstStyle/>
          <a:p>
            <a:r>
              <a:rPr lang="en-US" sz="1200" dirty="0"/>
              <a:t>Tower LCC &gt; Tortoise </a:t>
            </a:r>
            <a:r>
              <a:rPr lang="en-US" sz="1200" dirty="0" err="1"/>
              <a:t>Quik</a:t>
            </a:r>
            <a:r>
              <a:rPr lang="en-US" sz="1200" dirty="0"/>
              <a:t>-Link &gt; Tortoise, via JMRI panels</a:t>
            </a:r>
          </a:p>
        </p:txBody>
      </p:sp>
      <p:sp>
        <p:nvSpPr>
          <p:cNvPr id="1036" name="TextBox 1035">
            <a:extLst>
              <a:ext uri="{FF2B5EF4-FFF2-40B4-BE49-F238E27FC236}">
                <a16:creationId xmlns:a16="http://schemas.microsoft.com/office/drawing/2014/main" id="{E9E2C060-A3FF-CA3B-C3A1-DF1FF9612333}"/>
              </a:ext>
            </a:extLst>
          </p:cNvPr>
          <p:cNvSpPr txBox="1"/>
          <p:nvPr/>
        </p:nvSpPr>
        <p:spPr>
          <a:xfrm>
            <a:off x="351858" y="1920726"/>
            <a:ext cx="5541699" cy="584775"/>
          </a:xfrm>
          <a:prstGeom prst="rect">
            <a:avLst/>
          </a:prstGeom>
          <a:noFill/>
        </p:spPr>
        <p:txBody>
          <a:bodyPr wrap="square">
            <a:spAutoFit/>
          </a:bodyPr>
          <a:lstStyle/>
          <a:p>
            <a:r>
              <a:rPr lang="en-US" b="0" i="0" dirty="0">
                <a:solidFill>
                  <a:schemeClr val="accent1"/>
                </a:solidFill>
                <a:effectLst/>
                <a:latin typeface="Helvetica Neue"/>
              </a:rPr>
              <a:t>Powering a frog with direct connection to the Tortoise</a:t>
            </a:r>
            <a:br>
              <a:rPr lang="en-US" b="0" i="0" dirty="0">
                <a:solidFill>
                  <a:schemeClr val="accent1"/>
                </a:solidFill>
                <a:effectLst/>
                <a:latin typeface="Helvetica Neue"/>
              </a:rPr>
            </a:br>
            <a:r>
              <a:rPr lang="en-US" sz="1400" b="0" i="0" dirty="0">
                <a:effectLst/>
                <a:latin typeface="Helvetica Neue"/>
              </a:rPr>
              <a:t>The frog lead is on pin 4, to the right of the two track leads.</a:t>
            </a:r>
            <a:endParaRPr lang="en-US" dirty="0"/>
          </a:p>
        </p:txBody>
      </p:sp>
      <p:sp>
        <p:nvSpPr>
          <p:cNvPr id="1037" name="TextBox 1036">
            <a:extLst>
              <a:ext uri="{FF2B5EF4-FFF2-40B4-BE49-F238E27FC236}">
                <a16:creationId xmlns:a16="http://schemas.microsoft.com/office/drawing/2014/main" id="{4E29F70C-87B9-CC6E-02CF-1BADF9616A0C}"/>
              </a:ext>
            </a:extLst>
          </p:cNvPr>
          <p:cNvSpPr txBox="1"/>
          <p:nvPr/>
        </p:nvSpPr>
        <p:spPr>
          <a:xfrm>
            <a:off x="6298445" y="1826441"/>
            <a:ext cx="5541699" cy="800219"/>
          </a:xfrm>
          <a:prstGeom prst="rect">
            <a:avLst/>
          </a:prstGeom>
          <a:noFill/>
        </p:spPr>
        <p:txBody>
          <a:bodyPr wrap="square">
            <a:spAutoFit/>
          </a:bodyPr>
          <a:lstStyle/>
          <a:p>
            <a:r>
              <a:rPr lang="en-US" b="0" i="0" dirty="0">
                <a:solidFill>
                  <a:schemeClr val="accent1"/>
                </a:solidFill>
                <a:effectLst/>
                <a:latin typeface="Helvetica Neue"/>
              </a:rPr>
              <a:t>Powering a frog with a </a:t>
            </a:r>
            <a:r>
              <a:rPr lang="en-US" b="0" i="0" dirty="0" err="1">
                <a:solidFill>
                  <a:schemeClr val="accent1"/>
                </a:solidFill>
                <a:effectLst/>
                <a:latin typeface="Helvetica Neue"/>
              </a:rPr>
              <a:t>Quik</a:t>
            </a:r>
            <a:r>
              <a:rPr lang="en-US" b="0" i="0" dirty="0">
                <a:solidFill>
                  <a:schemeClr val="accent1"/>
                </a:solidFill>
                <a:effectLst/>
                <a:latin typeface="Helvetica Neue"/>
              </a:rPr>
              <a:t>-Link</a:t>
            </a:r>
            <a:br>
              <a:rPr lang="en-US" b="0" i="0" dirty="0">
                <a:solidFill>
                  <a:schemeClr val="accent1"/>
                </a:solidFill>
                <a:effectLst/>
                <a:latin typeface="Helvetica Neue"/>
              </a:rPr>
            </a:br>
            <a:r>
              <a:rPr lang="en-US" sz="1400" dirty="0">
                <a:latin typeface="Helvetica Neue"/>
              </a:rPr>
              <a:t>The Tortoise Quick-Link has the Frog screw in the middle position, between the two track leads.</a:t>
            </a:r>
          </a:p>
        </p:txBody>
      </p:sp>
      <p:sp>
        <p:nvSpPr>
          <p:cNvPr id="1040" name="TextBox 1039">
            <a:extLst>
              <a:ext uri="{FF2B5EF4-FFF2-40B4-BE49-F238E27FC236}">
                <a16:creationId xmlns:a16="http://schemas.microsoft.com/office/drawing/2014/main" id="{B00427E4-2B62-9C9F-CF85-9CFBB6414099}"/>
              </a:ext>
            </a:extLst>
          </p:cNvPr>
          <p:cNvSpPr txBox="1"/>
          <p:nvPr/>
        </p:nvSpPr>
        <p:spPr>
          <a:xfrm>
            <a:off x="838200" y="1055848"/>
            <a:ext cx="10393143" cy="646331"/>
          </a:xfrm>
          <a:prstGeom prst="rect">
            <a:avLst/>
          </a:prstGeom>
          <a:noFill/>
        </p:spPr>
        <p:txBody>
          <a:bodyPr wrap="square" rtlCol="0">
            <a:spAutoFit/>
          </a:bodyPr>
          <a:lstStyle/>
          <a:p>
            <a:r>
              <a:rPr lang="en-US" dirty="0"/>
              <a:t>Not all frogs need a wire for power (e.g., a power routing turnout such as </a:t>
            </a:r>
            <a:r>
              <a:rPr lang="en-US" dirty="0" err="1"/>
              <a:t>Peco</a:t>
            </a:r>
            <a:r>
              <a:rPr lang="en-US" dirty="0"/>
              <a:t> </a:t>
            </a:r>
            <a:r>
              <a:rPr lang="en-US" dirty="0" err="1"/>
              <a:t>Electrofrog</a:t>
            </a:r>
            <a:r>
              <a:rPr lang="en-US" dirty="0"/>
              <a:t>). Only add a frog power connection if your turnout supports it (e.g., has an isolated frog). </a:t>
            </a:r>
          </a:p>
        </p:txBody>
      </p:sp>
      <p:sp>
        <p:nvSpPr>
          <p:cNvPr id="1041" name="TextBox 1040">
            <a:extLst>
              <a:ext uri="{FF2B5EF4-FFF2-40B4-BE49-F238E27FC236}">
                <a16:creationId xmlns:a16="http://schemas.microsoft.com/office/drawing/2014/main" id="{CB02C9B3-F424-81E3-EA39-C3E474E9B786}"/>
              </a:ext>
            </a:extLst>
          </p:cNvPr>
          <p:cNvSpPr txBox="1"/>
          <p:nvPr/>
        </p:nvSpPr>
        <p:spPr>
          <a:xfrm>
            <a:off x="5072746" y="3848115"/>
            <a:ext cx="1924050" cy="1815882"/>
          </a:xfrm>
          <a:prstGeom prst="rect">
            <a:avLst/>
          </a:prstGeom>
          <a:noFill/>
        </p:spPr>
        <p:txBody>
          <a:bodyPr wrap="square" rtlCol="0">
            <a:spAutoFit/>
          </a:bodyPr>
          <a:lstStyle/>
          <a:p>
            <a:r>
              <a:rPr lang="en-US" sz="1400" dirty="0">
                <a:latin typeface="Helvetica Neue"/>
              </a:rPr>
              <a:t>If you use black and red wires, you many need to swap them depending on the polarity of your track. Don’t just copy my diagram without thinking!</a:t>
            </a:r>
          </a:p>
        </p:txBody>
      </p:sp>
    </p:spTree>
    <p:extLst>
      <p:ext uri="{BB962C8B-B14F-4D97-AF65-F5344CB8AC3E}">
        <p14:creationId xmlns:p14="http://schemas.microsoft.com/office/powerpoint/2010/main" val="1384549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D6AA-3288-0A95-544C-143F87DBB007}"/>
              </a:ext>
            </a:extLst>
          </p:cNvPr>
          <p:cNvSpPr>
            <a:spLocks noGrp="1"/>
          </p:cNvSpPr>
          <p:nvPr>
            <p:ph type="title"/>
          </p:nvPr>
        </p:nvSpPr>
        <p:spPr>
          <a:xfrm>
            <a:off x="838200" y="365126"/>
            <a:ext cx="10515600" cy="871492"/>
          </a:xfrm>
        </p:spPr>
        <p:txBody>
          <a:bodyPr>
            <a:noAutofit/>
          </a:bodyPr>
          <a:lstStyle/>
          <a:p>
            <a:r>
              <a:rPr lang="en-US" sz="3600" dirty="0"/>
              <a:t>Connecting </a:t>
            </a:r>
            <a:r>
              <a:rPr lang="en-US" sz="3600" dirty="0">
                <a:solidFill>
                  <a:schemeClr val="accent1"/>
                </a:solidFill>
              </a:rPr>
              <a:t>Tower LLC </a:t>
            </a:r>
            <a:r>
              <a:rPr lang="en-US" sz="3600" dirty="0"/>
              <a:t>to </a:t>
            </a:r>
            <a:r>
              <a:rPr lang="en-US" sz="3600" dirty="0">
                <a:solidFill>
                  <a:schemeClr val="accent1"/>
                </a:solidFill>
              </a:rPr>
              <a:t>Tortoise </a:t>
            </a:r>
            <a:r>
              <a:rPr lang="en-US" sz="3600" dirty="0" err="1">
                <a:solidFill>
                  <a:schemeClr val="accent1"/>
                </a:solidFill>
              </a:rPr>
              <a:t>Quik</a:t>
            </a:r>
            <a:r>
              <a:rPr lang="en-US" sz="3600" dirty="0">
                <a:solidFill>
                  <a:schemeClr val="accent1"/>
                </a:solidFill>
              </a:rPr>
              <a:t>-Link</a:t>
            </a:r>
          </a:p>
        </p:txBody>
      </p:sp>
      <p:sp>
        <p:nvSpPr>
          <p:cNvPr id="5" name="TextBox 4">
            <a:extLst>
              <a:ext uri="{FF2B5EF4-FFF2-40B4-BE49-F238E27FC236}">
                <a16:creationId xmlns:a16="http://schemas.microsoft.com/office/drawing/2014/main" id="{9F3FF9EE-20FE-98AA-5944-0121162C49C8}"/>
              </a:ext>
            </a:extLst>
          </p:cNvPr>
          <p:cNvSpPr txBox="1"/>
          <p:nvPr/>
        </p:nvSpPr>
        <p:spPr>
          <a:xfrm>
            <a:off x="3517143" y="3407137"/>
            <a:ext cx="968556" cy="523220"/>
          </a:xfrm>
          <a:prstGeom prst="rect">
            <a:avLst/>
          </a:prstGeom>
          <a:noFill/>
        </p:spPr>
        <p:txBody>
          <a:bodyPr wrap="square" rtlCol="0">
            <a:spAutoFit/>
          </a:bodyPr>
          <a:lstStyle/>
          <a:p>
            <a:pPr algn="ctr"/>
            <a:r>
              <a:rPr lang="en-US" sz="1400" dirty="0"/>
              <a:t>Tortoise 1 </a:t>
            </a:r>
            <a:r>
              <a:rPr lang="en-US" sz="1400" dirty="0" err="1">
                <a:solidFill>
                  <a:schemeClr val="accent1"/>
                </a:solidFill>
              </a:rPr>
              <a:t>Quik</a:t>
            </a:r>
            <a:r>
              <a:rPr lang="en-US" sz="1400" dirty="0">
                <a:solidFill>
                  <a:schemeClr val="accent1"/>
                </a:solidFill>
              </a:rPr>
              <a:t>-Link</a:t>
            </a:r>
          </a:p>
        </p:txBody>
      </p:sp>
      <p:pic>
        <p:nvPicPr>
          <p:cNvPr id="11" name="Picture 10">
            <a:extLst>
              <a:ext uri="{FF2B5EF4-FFF2-40B4-BE49-F238E27FC236}">
                <a16:creationId xmlns:a16="http://schemas.microsoft.com/office/drawing/2014/main" id="{EAD8CBD1-2D55-C765-E2A6-C574D398A86C}"/>
              </a:ext>
            </a:extLst>
          </p:cNvPr>
          <p:cNvPicPr>
            <a:picLocks noChangeAspect="1"/>
          </p:cNvPicPr>
          <p:nvPr/>
        </p:nvPicPr>
        <p:blipFill>
          <a:blip r:embed="rId2"/>
          <a:stretch>
            <a:fillRect/>
          </a:stretch>
        </p:blipFill>
        <p:spPr>
          <a:xfrm rot="5400000">
            <a:off x="65225" y="3243208"/>
            <a:ext cx="3353038" cy="1807089"/>
          </a:xfrm>
          <a:prstGeom prst="rect">
            <a:avLst/>
          </a:prstGeom>
        </p:spPr>
      </p:pic>
      <p:grpSp>
        <p:nvGrpSpPr>
          <p:cNvPr id="34" name="Group 33">
            <a:extLst>
              <a:ext uri="{FF2B5EF4-FFF2-40B4-BE49-F238E27FC236}">
                <a16:creationId xmlns:a16="http://schemas.microsoft.com/office/drawing/2014/main" id="{02C7F3A9-3841-2C8F-D294-F8DC044E822C}"/>
              </a:ext>
            </a:extLst>
          </p:cNvPr>
          <p:cNvGrpSpPr/>
          <p:nvPr/>
        </p:nvGrpSpPr>
        <p:grpSpPr>
          <a:xfrm>
            <a:off x="2746362" y="4398786"/>
            <a:ext cx="1062394" cy="234213"/>
            <a:chOff x="4209510" y="3194787"/>
            <a:chExt cx="1684156" cy="244304"/>
          </a:xfrm>
        </p:grpSpPr>
        <p:sp>
          <p:nvSpPr>
            <p:cNvPr id="25" name="Rectangle 24">
              <a:extLst>
                <a:ext uri="{FF2B5EF4-FFF2-40B4-BE49-F238E27FC236}">
                  <a16:creationId xmlns:a16="http://schemas.microsoft.com/office/drawing/2014/main" id="{7C5BE0DB-6884-2751-DA00-39D25F2A1459}"/>
                </a:ext>
              </a:extLst>
            </p:cNvPr>
            <p:cNvSpPr/>
            <p:nvPr/>
          </p:nvSpPr>
          <p:spPr>
            <a:xfrm>
              <a:off x="4209510" y="3194787"/>
              <a:ext cx="1684156" cy="24430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800" dirty="0"/>
                <a:t>10 pin Ribbon Cable</a:t>
              </a:r>
            </a:p>
          </p:txBody>
        </p:sp>
        <p:cxnSp>
          <p:nvCxnSpPr>
            <p:cNvPr id="27" name="Straight Connector 26">
              <a:extLst>
                <a:ext uri="{FF2B5EF4-FFF2-40B4-BE49-F238E27FC236}">
                  <a16:creationId xmlns:a16="http://schemas.microsoft.com/office/drawing/2014/main" id="{CADFFC51-0A89-72F1-9355-3BE727E40D3A}"/>
                </a:ext>
              </a:extLst>
            </p:cNvPr>
            <p:cNvCxnSpPr>
              <a:cxnSpLocks/>
            </p:cNvCxnSpPr>
            <p:nvPr/>
          </p:nvCxnSpPr>
          <p:spPr>
            <a:xfrm flipV="1">
              <a:off x="4209510" y="3194787"/>
              <a:ext cx="1672117" cy="1494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D87CFC10-EE76-8179-10E6-60A2696247FA}"/>
              </a:ext>
            </a:extLst>
          </p:cNvPr>
          <p:cNvSpPr txBox="1"/>
          <p:nvPr/>
        </p:nvSpPr>
        <p:spPr>
          <a:xfrm>
            <a:off x="973974" y="1536266"/>
            <a:ext cx="1531088" cy="954107"/>
          </a:xfrm>
          <a:prstGeom prst="rect">
            <a:avLst/>
          </a:prstGeom>
          <a:noFill/>
        </p:spPr>
        <p:txBody>
          <a:bodyPr wrap="square" rtlCol="0">
            <a:spAutoFit/>
          </a:bodyPr>
          <a:lstStyle/>
          <a:p>
            <a:r>
              <a:rPr lang="en-US" sz="1400" dirty="0">
                <a:solidFill>
                  <a:schemeClr val="accent1"/>
                </a:solidFill>
              </a:rPr>
              <a:t>Tower LCC Board</a:t>
            </a:r>
          </a:p>
          <a:p>
            <a:r>
              <a:rPr lang="en-US" sz="1400" dirty="0"/>
              <a:t>Supports 8 or 16 Tortoise turnouts using </a:t>
            </a:r>
            <a:r>
              <a:rPr lang="en-US" sz="1400" dirty="0" err="1"/>
              <a:t>Quik</a:t>
            </a:r>
            <a:r>
              <a:rPr lang="en-US" sz="1400" dirty="0"/>
              <a:t>-Link</a:t>
            </a:r>
          </a:p>
        </p:txBody>
      </p:sp>
      <p:pic>
        <p:nvPicPr>
          <p:cNvPr id="48" name="Picture 2">
            <a:extLst>
              <a:ext uri="{FF2B5EF4-FFF2-40B4-BE49-F238E27FC236}">
                <a16:creationId xmlns:a16="http://schemas.microsoft.com/office/drawing/2014/main" id="{FFA6F258-9B49-9E1E-0A2A-06877E2F1A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5038926" y="3975781"/>
            <a:ext cx="1346120" cy="1331708"/>
          </a:xfrm>
          <a:prstGeom prst="rect">
            <a:avLst/>
          </a:prstGeom>
          <a:noFill/>
          <a:extLst>
            <a:ext uri="{909E8E84-426E-40DD-AFC4-6F175D3DCCD1}">
              <a14:hiddenFill xmlns:a14="http://schemas.microsoft.com/office/drawing/2010/main">
                <a:solidFill>
                  <a:srgbClr val="FFFFFF"/>
                </a:solidFill>
              </a14:hiddenFill>
            </a:ext>
          </a:extLst>
        </p:spPr>
      </p:pic>
      <p:sp>
        <p:nvSpPr>
          <p:cNvPr id="2048" name="TextBox 2047">
            <a:extLst>
              <a:ext uri="{FF2B5EF4-FFF2-40B4-BE49-F238E27FC236}">
                <a16:creationId xmlns:a16="http://schemas.microsoft.com/office/drawing/2014/main" id="{F623EEDA-D26F-6C62-7164-537B01F88513}"/>
              </a:ext>
            </a:extLst>
          </p:cNvPr>
          <p:cNvSpPr txBox="1"/>
          <p:nvPr/>
        </p:nvSpPr>
        <p:spPr>
          <a:xfrm>
            <a:off x="5147463" y="3407137"/>
            <a:ext cx="968556" cy="523220"/>
          </a:xfrm>
          <a:prstGeom prst="rect">
            <a:avLst/>
          </a:prstGeom>
          <a:noFill/>
        </p:spPr>
        <p:txBody>
          <a:bodyPr wrap="square" rtlCol="0">
            <a:spAutoFit/>
          </a:bodyPr>
          <a:lstStyle/>
          <a:p>
            <a:pPr algn="ctr"/>
            <a:r>
              <a:rPr lang="en-US" sz="1400" dirty="0"/>
              <a:t>Tortoise 2 </a:t>
            </a:r>
            <a:r>
              <a:rPr lang="en-US" sz="1400" dirty="0" err="1">
                <a:solidFill>
                  <a:schemeClr val="accent1"/>
                </a:solidFill>
              </a:rPr>
              <a:t>Quik</a:t>
            </a:r>
            <a:r>
              <a:rPr lang="en-US" sz="1400" dirty="0">
                <a:solidFill>
                  <a:schemeClr val="accent1"/>
                </a:solidFill>
              </a:rPr>
              <a:t>-Link</a:t>
            </a:r>
          </a:p>
        </p:txBody>
      </p:sp>
      <p:sp>
        <p:nvSpPr>
          <p:cNvPr id="2049" name="TextBox 2048">
            <a:extLst>
              <a:ext uri="{FF2B5EF4-FFF2-40B4-BE49-F238E27FC236}">
                <a16:creationId xmlns:a16="http://schemas.microsoft.com/office/drawing/2014/main" id="{84A35F27-E727-0A35-F562-B3EE45980E2A}"/>
              </a:ext>
            </a:extLst>
          </p:cNvPr>
          <p:cNvSpPr txBox="1"/>
          <p:nvPr/>
        </p:nvSpPr>
        <p:spPr>
          <a:xfrm>
            <a:off x="6743716" y="3409393"/>
            <a:ext cx="968556" cy="523220"/>
          </a:xfrm>
          <a:prstGeom prst="rect">
            <a:avLst/>
          </a:prstGeom>
          <a:noFill/>
        </p:spPr>
        <p:txBody>
          <a:bodyPr wrap="square" rtlCol="0">
            <a:spAutoFit/>
          </a:bodyPr>
          <a:lstStyle/>
          <a:p>
            <a:pPr algn="ctr"/>
            <a:r>
              <a:rPr lang="en-US" sz="1400" dirty="0"/>
              <a:t>Tortoise 3 </a:t>
            </a:r>
            <a:r>
              <a:rPr lang="en-US" sz="1400" dirty="0" err="1">
                <a:solidFill>
                  <a:schemeClr val="accent1"/>
                </a:solidFill>
              </a:rPr>
              <a:t>Quik</a:t>
            </a:r>
            <a:r>
              <a:rPr lang="en-US" sz="1400" dirty="0">
                <a:solidFill>
                  <a:schemeClr val="accent1"/>
                </a:solidFill>
              </a:rPr>
              <a:t>-Link</a:t>
            </a:r>
          </a:p>
        </p:txBody>
      </p:sp>
      <p:sp>
        <p:nvSpPr>
          <p:cNvPr id="2051" name="TextBox 2050">
            <a:extLst>
              <a:ext uri="{FF2B5EF4-FFF2-40B4-BE49-F238E27FC236}">
                <a16:creationId xmlns:a16="http://schemas.microsoft.com/office/drawing/2014/main" id="{05640F9E-E60E-2792-E2CE-86E3104E9252}"/>
              </a:ext>
            </a:extLst>
          </p:cNvPr>
          <p:cNvSpPr txBox="1"/>
          <p:nvPr/>
        </p:nvSpPr>
        <p:spPr>
          <a:xfrm>
            <a:off x="8339969" y="3407137"/>
            <a:ext cx="968556" cy="523220"/>
          </a:xfrm>
          <a:prstGeom prst="rect">
            <a:avLst/>
          </a:prstGeom>
          <a:noFill/>
        </p:spPr>
        <p:txBody>
          <a:bodyPr wrap="square" rtlCol="0">
            <a:spAutoFit/>
          </a:bodyPr>
          <a:lstStyle/>
          <a:p>
            <a:pPr algn="ctr"/>
            <a:r>
              <a:rPr lang="en-US" sz="1400" dirty="0"/>
              <a:t>Tortoise 4 </a:t>
            </a:r>
            <a:r>
              <a:rPr lang="en-US" sz="1400" dirty="0" err="1">
                <a:solidFill>
                  <a:schemeClr val="accent1"/>
                </a:solidFill>
              </a:rPr>
              <a:t>Quik</a:t>
            </a:r>
            <a:r>
              <a:rPr lang="en-US" sz="1400" dirty="0">
                <a:solidFill>
                  <a:schemeClr val="accent1"/>
                </a:solidFill>
              </a:rPr>
              <a:t>-Link</a:t>
            </a:r>
          </a:p>
        </p:txBody>
      </p:sp>
      <p:pic>
        <p:nvPicPr>
          <p:cNvPr id="2071" name="Picture 2">
            <a:extLst>
              <a:ext uri="{FF2B5EF4-FFF2-40B4-BE49-F238E27FC236}">
                <a16:creationId xmlns:a16="http://schemas.microsoft.com/office/drawing/2014/main" id="{F7A82810-DDF0-95E9-CD54-12F7B8009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3402626" y="3960934"/>
            <a:ext cx="1346120" cy="1331708"/>
          </a:xfrm>
          <a:prstGeom prst="rect">
            <a:avLst/>
          </a:prstGeom>
          <a:noFill/>
          <a:extLst>
            <a:ext uri="{909E8E84-426E-40DD-AFC4-6F175D3DCCD1}">
              <a14:hiddenFill xmlns:a14="http://schemas.microsoft.com/office/drawing/2010/main">
                <a:solidFill>
                  <a:srgbClr val="FFFFFF"/>
                </a:solidFill>
              </a14:hiddenFill>
            </a:ext>
          </a:extLst>
        </p:spPr>
      </p:pic>
      <p:pic>
        <p:nvPicPr>
          <p:cNvPr id="2073" name="Picture 2">
            <a:extLst>
              <a:ext uri="{FF2B5EF4-FFF2-40B4-BE49-F238E27FC236}">
                <a16:creationId xmlns:a16="http://schemas.microsoft.com/office/drawing/2014/main" id="{74DBA225-7B52-CB11-7E90-F1C7D39B52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6597517" y="3934895"/>
            <a:ext cx="1346120" cy="1331708"/>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
            <a:extLst>
              <a:ext uri="{FF2B5EF4-FFF2-40B4-BE49-F238E27FC236}">
                <a16:creationId xmlns:a16="http://schemas.microsoft.com/office/drawing/2014/main" id="{58971768-D540-5870-590B-F451D20B0C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8156108" y="3894009"/>
            <a:ext cx="1346120" cy="1331708"/>
          </a:xfrm>
          <a:prstGeom prst="rect">
            <a:avLst/>
          </a:prstGeom>
          <a:noFill/>
          <a:extLst>
            <a:ext uri="{909E8E84-426E-40DD-AFC4-6F175D3DCCD1}">
              <a14:hiddenFill xmlns:a14="http://schemas.microsoft.com/office/drawing/2010/main">
                <a:solidFill>
                  <a:srgbClr val="FFFFFF"/>
                </a:solidFill>
              </a14:hiddenFill>
            </a:ext>
          </a:extLst>
        </p:spPr>
      </p:pic>
      <p:grpSp>
        <p:nvGrpSpPr>
          <p:cNvPr id="49" name="Group 48">
            <a:extLst>
              <a:ext uri="{FF2B5EF4-FFF2-40B4-BE49-F238E27FC236}">
                <a16:creationId xmlns:a16="http://schemas.microsoft.com/office/drawing/2014/main" id="{FB8966DD-6335-4E04-106D-CD58A1F677DC}"/>
              </a:ext>
            </a:extLst>
          </p:cNvPr>
          <p:cNvGrpSpPr/>
          <p:nvPr/>
        </p:nvGrpSpPr>
        <p:grpSpPr>
          <a:xfrm>
            <a:off x="1741017" y="4396853"/>
            <a:ext cx="2067740" cy="234213"/>
            <a:chOff x="4209510" y="3194786"/>
            <a:chExt cx="1684156" cy="244304"/>
          </a:xfrm>
        </p:grpSpPr>
        <p:sp>
          <p:nvSpPr>
            <p:cNvPr id="50" name="Rectangle 49">
              <a:extLst>
                <a:ext uri="{FF2B5EF4-FFF2-40B4-BE49-F238E27FC236}">
                  <a16:creationId xmlns:a16="http://schemas.microsoft.com/office/drawing/2014/main" id="{C573E87D-CE39-08E4-E12A-6FFC8E1EA436}"/>
                </a:ext>
              </a:extLst>
            </p:cNvPr>
            <p:cNvSpPr/>
            <p:nvPr/>
          </p:nvSpPr>
          <p:spPr>
            <a:xfrm>
              <a:off x="4209510" y="3194786"/>
              <a:ext cx="1684156" cy="24430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800" dirty="0"/>
                <a:t>10 pin Ribbon Cable</a:t>
              </a:r>
            </a:p>
          </p:txBody>
        </p:sp>
        <p:cxnSp>
          <p:nvCxnSpPr>
            <p:cNvPr id="51" name="Straight Connector 50">
              <a:extLst>
                <a:ext uri="{FF2B5EF4-FFF2-40B4-BE49-F238E27FC236}">
                  <a16:creationId xmlns:a16="http://schemas.microsoft.com/office/drawing/2014/main" id="{5D5BFCDF-93EF-9662-C649-92BAF721D9C7}"/>
                </a:ext>
              </a:extLst>
            </p:cNvPr>
            <p:cNvCxnSpPr>
              <a:cxnSpLocks/>
            </p:cNvCxnSpPr>
            <p:nvPr/>
          </p:nvCxnSpPr>
          <p:spPr>
            <a:xfrm flipV="1">
              <a:off x="4209510" y="3194787"/>
              <a:ext cx="1672117" cy="1494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6756E18F-5BBF-77BA-DD08-1B44A0789ECC}"/>
              </a:ext>
            </a:extLst>
          </p:cNvPr>
          <p:cNvGrpSpPr/>
          <p:nvPr/>
        </p:nvGrpSpPr>
        <p:grpSpPr>
          <a:xfrm>
            <a:off x="4342616" y="4402138"/>
            <a:ext cx="1062394" cy="234213"/>
            <a:chOff x="4209510" y="3194787"/>
            <a:chExt cx="1684156" cy="244304"/>
          </a:xfrm>
        </p:grpSpPr>
        <p:sp>
          <p:nvSpPr>
            <p:cNvPr id="54" name="Rectangle 53">
              <a:extLst>
                <a:ext uri="{FF2B5EF4-FFF2-40B4-BE49-F238E27FC236}">
                  <a16:creationId xmlns:a16="http://schemas.microsoft.com/office/drawing/2014/main" id="{4D36C460-87C5-933C-AE51-BD8CD72B0149}"/>
                </a:ext>
              </a:extLst>
            </p:cNvPr>
            <p:cNvSpPr/>
            <p:nvPr/>
          </p:nvSpPr>
          <p:spPr>
            <a:xfrm>
              <a:off x="4209510" y="3194787"/>
              <a:ext cx="1684156" cy="24430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800" dirty="0"/>
                <a:t>10 pin Ribbon Cable</a:t>
              </a:r>
            </a:p>
          </p:txBody>
        </p:sp>
        <p:cxnSp>
          <p:nvCxnSpPr>
            <p:cNvPr id="55" name="Straight Connector 54">
              <a:extLst>
                <a:ext uri="{FF2B5EF4-FFF2-40B4-BE49-F238E27FC236}">
                  <a16:creationId xmlns:a16="http://schemas.microsoft.com/office/drawing/2014/main" id="{C19EDC44-DBAC-B21F-693B-6E6CB807CA40}"/>
                </a:ext>
              </a:extLst>
            </p:cNvPr>
            <p:cNvCxnSpPr>
              <a:cxnSpLocks/>
            </p:cNvCxnSpPr>
            <p:nvPr/>
          </p:nvCxnSpPr>
          <p:spPr>
            <a:xfrm flipV="1">
              <a:off x="4209510" y="3194787"/>
              <a:ext cx="1672117" cy="1494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7D89707A-FE8F-36D4-9448-1CCF5AD26CF9}"/>
              </a:ext>
            </a:extLst>
          </p:cNvPr>
          <p:cNvGrpSpPr/>
          <p:nvPr/>
        </p:nvGrpSpPr>
        <p:grpSpPr>
          <a:xfrm>
            <a:off x="5938869" y="4407422"/>
            <a:ext cx="1062394" cy="234213"/>
            <a:chOff x="4209510" y="3194787"/>
            <a:chExt cx="1684156" cy="244304"/>
          </a:xfrm>
        </p:grpSpPr>
        <p:sp>
          <p:nvSpPr>
            <p:cNvPr id="58" name="Rectangle 57">
              <a:extLst>
                <a:ext uri="{FF2B5EF4-FFF2-40B4-BE49-F238E27FC236}">
                  <a16:creationId xmlns:a16="http://schemas.microsoft.com/office/drawing/2014/main" id="{7AAAAB5A-FEE2-4FD5-9D6E-AC40D987110B}"/>
                </a:ext>
              </a:extLst>
            </p:cNvPr>
            <p:cNvSpPr/>
            <p:nvPr/>
          </p:nvSpPr>
          <p:spPr>
            <a:xfrm>
              <a:off x="4209510" y="3194787"/>
              <a:ext cx="1684156" cy="24430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800" dirty="0"/>
                <a:t>10 pin Ribbon Cable</a:t>
              </a:r>
            </a:p>
          </p:txBody>
        </p:sp>
        <p:cxnSp>
          <p:nvCxnSpPr>
            <p:cNvPr id="59" name="Straight Connector 58">
              <a:extLst>
                <a:ext uri="{FF2B5EF4-FFF2-40B4-BE49-F238E27FC236}">
                  <a16:creationId xmlns:a16="http://schemas.microsoft.com/office/drawing/2014/main" id="{761E82F5-7608-AEAD-68AA-A35B87FE6C45}"/>
                </a:ext>
              </a:extLst>
            </p:cNvPr>
            <p:cNvCxnSpPr>
              <a:cxnSpLocks/>
            </p:cNvCxnSpPr>
            <p:nvPr/>
          </p:nvCxnSpPr>
          <p:spPr>
            <a:xfrm flipV="1">
              <a:off x="4209510" y="3194787"/>
              <a:ext cx="1672117" cy="1494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E4F75761-C03B-2EB6-8C8F-B2FE2897B012}"/>
              </a:ext>
            </a:extLst>
          </p:cNvPr>
          <p:cNvGrpSpPr/>
          <p:nvPr/>
        </p:nvGrpSpPr>
        <p:grpSpPr>
          <a:xfrm>
            <a:off x="7535122" y="4412706"/>
            <a:ext cx="1062394" cy="234213"/>
            <a:chOff x="4209510" y="3194787"/>
            <a:chExt cx="1684156" cy="244304"/>
          </a:xfrm>
        </p:grpSpPr>
        <p:sp>
          <p:nvSpPr>
            <p:cNvPr id="62" name="Rectangle 61">
              <a:extLst>
                <a:ext uri="{FF2B5EF4-FFF2-40B4-BE49-F238E27FC236}">
                  <a16:creationId xmlns:a16="http://schemas.microsoft.com/office/drawing/2014/main" id="{C988BD41-A46F-AB1F-1E2C-3E64592D6F84}"/>
                </a:ext>
              </a:extLst>
            </p:cNvPr>
            <p:cNvSpPr/>
            <p:nvPr/>
          </p:nvSpPr>
          <p:spPr>
            <a:xfrm>
              <a:off x="4209510" y="3194787"/>
              <a:ext cx="1684156" cy="24430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800" dirty="0"/>
                <a:t>10 pin Ribbon Cable</a:t>
              </a:r>
            </a:p>
          </p:txBody>
        </p:sp>
        <p:cxnSp>
          <p:nvCxnSpPr>
            <p:cNvPr id="63" name="Straight Connector 62">
              <a:extLst>
                <a:ext uri="{FF2B5EF4-FFF2-40B4-BE49-F238E27FC236}">
                  <a16:creationId xmlns:a16="http://schemas.microsoft.com/office/drawing/2014/main" id="{DC4E40F3-D9E9-28B0-C205-D0EFB731CD32}"/>
                </a:ext>
              </a:extLst>
            </p:cNvPr>
            <p:cNvCxnSpPr>
              <a:cxnSpLocks/>
            </p:cNvCxnSpPr>
            <p:nvPr/>
          </p:nvCxnSpPr>
          <p:spPr>
            <a:xfrm flipV="1">
              <a:off x="4209510" y="3194787"/>
              <a:ext cx="1672117" cy="1494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37116318-AD2B-13F0-C632-56363716F6FD}"/>
              </a:ext>
            </a:extLst>
          </p:cNvPr>
          <p:cNvSpPr>
            <a:spLocks noGrp="1"/>
          </p:cNvSpPr>
          <p:nvPr>
            <p:ph type="dt" sz="half" idx="10"/>
          </p:nvPr>
        </p:nvSpPr>
        <p:spPr/>
        <p:txBody>
          <a:bodyPr/>
          <a:lstStyle/>
          <a:p>
            <a:fld id="{AD5CD6C6-6606-4963-B710-BD9499EBC17E}" type="datetime1">
              <a:rPr lang="en-US" smtClean="0"/>
              <a:t>10/9/2024</a:t>
            </a:fld>
            <a:endParaRPr lang="en-US"/>
          </a:p>
        </p:txBody>
      </p:sp>
      <p:sp>
        <p:nvSpPr>
          <p:cNvPr id="6" name="Slide Number Placeholder 5">
            <a:extLst>
              <a:ext uri="{FF2B5EF4-FFF2-40B4-BE49-F238E27FC236}">
                <a16:creationId xmlns:a16="http://schemas.microsoft.com/office/drawing/2014/main" id="{3FE4F75C-89C8-450D-819E-510B2C93A567}"/>
              </a:ext>
            </a:extLst>
          </p:cNvPr>
          <p:cNvSpPr>
            <a:spLocks noGrp="1"/>
          </p:cNvSpPr>
          <p:nvPr>
            <p:ph type="sldNum" sz="quarter" idx="12"/>
          </p:nvPr>
        </p:nvSpPr>
        <p:spPr>
          <a:xfrm>
            <a:off x="8627079" y="6312286"/>
            <a:ext cx="2743200" cy="365125"/>
          </a:xfrm>
        </p:spPr>
        <p:txBody>
          <a:bodyPr/>
          <a:lstStyle/>
          <a:p>
            <a:fld id="{941EB08D-85F9-4086-BDAD-9823B90CC220}" type="slidenum">
              <a:rPr lang="en-US" smtClean="0"/>
              <a:t>7</a:t>
            </a:fld>
            <a:endParaRPr lang="en-US"/>
          </a:p>
        </p:txBody>
      </p:sp>
      <p:sp>
        <p:nvSpPr>
          <p:cNvPr id="9" name="Rectangle 8">
            <a:extLst>
              <a:ext uri="{FF2B5EF4-FFF2-40B4-BE49-F238E27FC236}">
                <a16:creationId xmlns:a16="http://schemas.microsoft.com/office/drawing/2014/main" id="{73C3B2C9-7544-43D0-E644-3407366BB980}"/>
              </a:ext>
            </a:extLst>
          </p:cNvPr>
          <p:cNvSpPr/>
          <p:nvPr/>
        </p:nvSpPr>
        <p:spPr>
          <a:xfrm>
            <a:off x="4342616" y="3987453"/>
            <a:ext cx="69833" cy="135123"/>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B2B41FC-59AF-A49C-74F2-42A81FD6524C}"/>
              </a:ext>
            </a:extLst>
          </p:cNvPr>
          <p:cNvSpPr/>
          <p:nvPr/>
        </p:nvSpPr>
        <p:spPr>
          <a:xfrm>
            <a:off x="5898982" y="3992849"/>
            <a:ext cx="69833" cy="135123"/>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18F4D8-19AF-36E0-CAC2-829F60E8CD4E}"/>
              </a:ext>
            </a:extLst>
          </p:cNvPr>
          <p:cNvSpPr/>
          <p:nvPr/>
        </p:nvSpPr>
        <p:spPr>
          <a:xfrm>
            <a:off x="7388477" y="3961732"/>
            <a:ext cx="69833" cy="135123"/>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01109B3-E043-046C-33A3-B12643975EEE}"/>
              </a:ext>
            </a:extLst>
          </p:cNvPr>
          <p:cNvSpPr/>
          <p:nvPr/>
        </p:nvSpPr>
        <p:spPr>
          <a:xfrm>
            <a:off x="8877972" y="3930615"/>
            <a:ext cx="69833" cy="135123"/>
          </a:xfrm>
          <a:prstGeom prst="rect">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3FEA9F30-8167-A6E6-23CA-BB2891834F2A}"/>
              </a:ext>
            </a:extLst>
          </p:cNvPr>
          <p:cNvCxnSpPr/>
          <p:nvPr/>
        </p:nvCxnSpPr>
        <p:spPr>
          <a:xfrm flipH="1">
            <a:off x="4459145" y="3255822"/>
            <a:ext cx="559791" cy="621472"/>
          </a:xfrm>
          <a:prstGeom prst="line">
            <a:avLst/>
          </a:prstGeom>
          <a:ln w="28575">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B623A82-C41F-9204-FAA5-862C8287556B}"/>
              </a:ext>
            </a:extLst>
          </p:cNvPr>
          <p:cNvCxnSpPr/>
          <p:nvPr/>
        </p:nvCxnSpPr>
        <p:spPr>
          <a:xfrm flipH="1">
            <a:off x="5984106" y="3293515"/>
            <a:ext cx="559791" cy="621472"/>
          </a:xfrm>
          <a:prstGeom prst="line">
            <a:avLst/>
          </a:prstGeom>
          <a:ln w="28575">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92569F-DB6F-56F7-AC07-A4F67C6795D9}"/>
              </a:ext>
            </a:extLst>
          </p:cNvPr>
          <p:cNvCxnSpPr>
            <a:cxnSpLocks/>
          </p:cNvCxnSpPr>
          <p:nvPr/>
        </p:nvCxnSpPr>
        <p:spPr>
          <a:xfrm flipH="1">
            <a:off x="7509067" y="3293515"/>
            <a:ext cx="604019" cy="659165"/>
          </a:xfrm>
          <a:prstGeom prst="line">
            <a:avLst/>
          </a:prstGeom>
          <a:ln w="28575">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B06672E-EB72-8EBC-4D71-05132D5A9667}"/>
              </a:ext>
            </a:extLst>
          </p:cNvPr>
          <p:cNvCxnSpPr>
            <a:cxnSpLocks/>
          </p:cNvCxnSpPr>
          <p:nvPr/>
        </p:nvCxnSpPr>
        <p:spPr>
          <a:xfrm>
            <a:off x="8903369" y="3305939"/>
            <a:ext cx="0" cy="554579"/>
          </a:xfrm>
          <a:prstGeom prst="line">
            <a:avLst/>
          </a:prstGeom>
          <a:ln w="28575">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BBA3BDD7-B7FB-207C-B372-C0F6D81E4409}"/>
              </a:ext>
            </a:extLst>
          </p:cNvPr>
          <p:cNvGrpSpPr/>
          <p:nvPr/>
        </p:nvGrpSpPr>
        <p:grpSpPr>
          <a:xfrm>
            <a:off x="9127939" y="4419871"/>
            <a:ext cx="1062394" cy="234213"/>
            <a:chOff x="4209510" y="3194787"/>
            <a:chExt cx="1684156" cy="244304"/>
          </a:xfrm>
        </p:grpSpPr>
        <p:sp>
          <p:nvSpPr>
            <p:cNvPr id="29" name="Rectangle 28">
              <a:extLst>
                <a:ext uri="{FF2B5EF4-FFF2-40B4-BE49-F238E27FC236}">
                  <a16:creationId xmlns:a16="http://schemas.microsoft.com/office/drawing/2014/main" id="{D9831E65-2793-6204-A52A-E87D08392B71}"/>
                </a:ext>
              </a:extLst>
            </p:cNvPr>
            <p:cNvSpPr/>
            <p:nvPr/>
          </p:nvSpPr>
          <p:spPr>
            <a:xfrm>
              <a:off x="4209510" y="3194787"/>
              <a:ext cx="1684156" cy="24430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800" dirty="0"/>
                <a:t>10 pin Ribbon Cable</a:t>
              </a:r>
            </a:p>
          </p:txBody>
        </p:sp>
        <p:cxnSp>
          <p:nvCxnSpPr>
            <p:cNvPr id="30" name="Straight Connector 29">
              <a:extLst>
                <a:ext uri="{FF2B5EF4-FFF2-40B4-BE49-F238E27FC236}">
                  <a16:creationId xmlns:a16="http://schemas.microsoft.com/office/drawing/2014/main" id="{685B2136-F759-6F10-7219-F965FB0E63AF}"/>
                </a:ext>
              </a:extLst>
            </p:cNvPr>
            <p:cNvCxnSpPr>
              <a:cxnSpLocks/>
            </p:cNvCxnSpPr>
            <p:nvPr/>
          </p:nvCxnSpPr>
          <p:spPr>
            <a:xfrm flipV="1">
              <a:off x="4209510" y="3194787"/>
              <a:ext cx="1672117" cy="1494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2C190C03-24EA-80E3-BD65-473C7659BE66}"/>
              </a:ext>
            </a:extLst>
          </p:cNvPr>
          <p:cNvSpPr txBox="1"/>
          <p:nvPr/>
        </p:nvSpPr>
        <p:spPr>
          <a:xfrm>
            <a:off x="10440583" y="3985467"/>
            <a:ext cx="1428750" cy="1200329"/>
          </a:xfrm>
          <a:prstGeom prst="rect">
            <a:avLst/>
          </a:prstGeom>
          <a:noFill/>
        </p:spPr>
        <p:txBody>
          <a:bodyPr wrap="square" rtlCol="0">
            <a:spAutoFit/>
          </a:bodyPr>
          <a:lstStyle/>
          <a:p>
            <a:r>
              <a:rPr lang="en-US" dirty="0"/>
              <a:t>…and up to four more </a:t>
            </a:r>
            <a:r>
              <a:rPr lang="en-US" dirty="0" err="1"/>
              <a:t>Quik</a:t>
            </a:r>
            <a:r>
              <a:rPr lang="en-US" dirty="0"/>
              <a:t>-Link cards</a:t>
            </a:r>
          </a:p>
        </p:txBody>
      </p:sp>
      <p:sp>
        <p:nvSpPr>
          <p:cNvPr id="32" name="Isosceles Triangle 31">
            <a:extLst>
              <a:ext uri="{FF2B5EF4-FFF2-40B4-BE49-F238E27FC236}">
                <a16:creationId xmlns:a16="http://schemas.microsoft.com/office/drawing/2014/main" id="{5ECABE9E-74A9-B0C8-5FAD-8D28E04D1667}"/>
              </a:ext>
            </a:extLst>
          </p:cNvPr>
          <p:cNvSpPr/>
          <p:nvPr/>
        </p:nvSpPr>
        <p:spPr>
          <a:xfrm rot="5400000">
            <a:off x="10149981" y="4370923"/>
            <a:ext cx="359731" cy="307209"/>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13534BCE-1E6C-A802-18B5-51F1B33D6139}"/>
              </a:ext>
            </a:extLst>
          </p:cNvPr>
          <p:cNvSpPr txBox="1"/>
          <p:nvPr/>
        </p:nvSpPr>
        <p:spPr>
          <a:xfrm>
            <a:off x="3224839" y="1156527"/>
            <a:ext cx="8327275" cy="2585323"/>
          </a:xfrm>
          <a:prstGeom prst="rect">
            <a:avLst/>
          </a:prstGeom>
          <a:noFill/>
        </p:spPr>
        <p:txBody>
          <a:bodyPr wrap="square" rtlCol="0">
            <a:spAutoFit/>
          </a:bodyPr>
          <a:lstStyle/>
          <a:p>
            <a:r>
              <a:rPr lang="en-US" dirty="0"/>
              <a:t>The Tower LCC node can directly drive up to 16 Tortoise switch machines using the Tortoise </a:t>
            </a:r>
            <a:r>
              <a:rPr lang="en-US" dirty="0" err="1"/>
              <a:t>Quik</a:t>
            </a:r>
            <a:r>
              <a:rPr lang="en-US" dirty="0"/>
              <a:t>-Link board, 8 </a:t>
            </a:r>
            <a:r>
              <a:rPr lang="en-US" dirty="0" err="1"/>
              <a:t>Quik</a:t>
            </a:r>
            <a:r>
              <a:rPr lang="en-US" dirty="0"/>
              <a:t>-Links per I/O port on the node. The node also supplies 5V to drive the Tortoise motors. (The </a:t>
            </a:r>
            <a:r>
              <a:rPr lang="en-US" dirty="0" err="1"/>
              <a:t>Quik</a:t>
            </a:r>
            <a:r>
              <a:rPr lang="en-US" dirty="0"/>
              <a:t>-Link boards can only handle up to 5V). </a:t>
            </a:r>
          </a:p>
          <a:p>
            <a:endParaRPr lang="en-US" dirty="0"/>
          </a:p>
          <a:p>
            <a:r>
              <a:rPr lang="en-US" dirty="0"/>
              <a:t>Each </a:t>
            </a:r>
            <a:r>
              <a:rPr lang="en-US" dirty="0" err="1"/>
              <a:t>Quik</a:t>
            </a:r>
            <a:r>
              <a:rPr lang="en-US" dirty="0"/>
              <a:t>-Link must have a unique “channel”. The channels correspond to the Lines of the I/O connector that are carried by the ribbon cable. Use jumper 1 for the first </a:t>
            </a:r>
            <a:r>
              <a:rPr lang="en-US" dirty="0" err="1"/>
              <a:t>Quik</a:t>
            </a:r>
            <a:r>
              <a:rPr lang="en-US" dirty="0"/>
              <a:t>-Link, jumper 2 for the second, 3 for the third, 4 for the fourth …and jumper 8 for the final </a:t>
            </a:r>
            <a:r>
              <a:rPr lang="en-US" dirty="0" err="1"/>
              <a:t>Quik</a:t>
            </a:r>
            <a:r>
              <a:rPr lang="en-US" dirty="0"/>
              <a:t>-Link. </a:t>
            </a:r>
          </a:p>
          <a:p>
            <a:endParaRPr lang="en-US" dirty="0"/>
          </a:p>
        </p:txBody>
      </p:sp>
      <p:sp>
        <p:nvSpPr>
          <p:cNvPr id="35" name="Arrow: Left 34">
            <a:extLst>
              <a:ext uri="{FF2B5EF4-FFF2-40B4-BE49-F238E27FC236}">
                <a16:creationId xmlns:a16="http://schemas.microsoft.com/office/drawing/2014/main" id="{9F5C7ECC-8FF1-13D8-B6B9-67CFB305ED9A}"/>
              </a:ext>
            </a:extLst>
          </p:cNvPr>
          <p:cNvSpPr/>
          <p:nvPr/>
        </p:nvSpPr>
        <p:spPr>
          <a:xfrm rot="296532">
            <a:off x="2150382" y="5473370"/>
            <a:ext cx="2268331" cy="29316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8514CE7E-6181-4EAF-EF59-DC020FCBED01}"/>
              </a:ext>
            </a:extLst>
          </p:cNvPr>
          <p:cNvSpPr txBox="1"/>
          <p:nvPr/>
        </p:nvSpPr>
        <p:spPr>
          <a:xfrm>
            <a:off x="4412449" y="5516373"/>
            <a:ext cx="7220526" cy="646331"/>
          </a:xfrm>
          <a:prstGeom prst="rect">
            <a:avLst/>
          </a:prstGeom>
          <a:noFill/>
        </p:spPr>
        <p:txBody>
          <a:bodyPr wrap="square" rtlCol="0">
            <a:spAutoFit/>
          </a:bodyPr>
          <a:lstStyle/>
          <a:p>
            <a:r>
              <a:rPr lang="en-US" dirty="0"/>
              <a:t>Use the second I/O port for another 8 Tortoise turnouts on </a:t>
            </a:r>
            <a:r>
              <a:rPr lang="en-US" dirty="0" err="1"/>
              <a:t>Quik</a:t>
            </a:r>
            <a:r>
              <a:rPr lang="en-US" dirty="0"/>
              <a:t>-Links, or for a daughter board (SMD-8, BOD-4-CP, BOD-4, RB-2, SDB-4, etc.)</a:t>
            </a:r>
          </a:p>
        </p:txBody>
      </p:sp>
      <p:sp>
        <p:nvSpPr>
          <p:cNvPr id="37" name="TextBox 36">
            <a:extLst>
              <a:ext uri="{FF2B5EF4-FFF2-40B4-BE49-F238E27FC236}">
                <a16:creationId xmlns:a16="http://schemas.microsoft.com/office/drawing/2014/main" id="{D8EEDF91-B94F-DCE5-6698-D7C8298EC196}"/>
              </a:ext>
            </a:extLst>
          </p:cNvPr>
          <p:cNvSpPr txBox="1"/>
          <p:nvPr/>
        </p:nvSpPr>
        <p:spPr>
          <a:xfrm>
            <a:off x="1989226" y="6400412"/>
            <a:ext cx="8200847" cy="276999"/>
          </a:xfrm>
          <a:prstGeom prst="rect">
            <a:avLst/>
          </a:prstGeom>
          <a:noFill/>
        </p:spPr>
        <p:txBody>
          <a:bodyPr wrap="square">
            <a:spAutoFit/>
          </a:bodyPr>
          <a:lstStyle/>
          <a:p>
            <a:r>
              <a:rPr lang="en-US" sz="1200" dirty="0"/>
              <a:t>Tower LCC &gt; Tortoise </a:t>
            </a:r>
            <a:r>
              <a:rPr lang="en-US" sz="1200" dirty="0" err="1"/>
              <a:t>Quik</a:t>
            </a:r>
            <a:r>
              <a:rPr lang="en-US" sz="1200" dirty="0"/>
              <a:t>-Link &gt; Tortoise, via JMRI panels</a:t>
            </a:r>
          </a:p>
        </p:txBody>
      </p:sp>
    </p:spTree>
    <p:extLst>
      <p:ext uri="{BB962C8B-B14F-4D97-AF65-F5344CB8AC3E}">
        <p14:creationId xmlns:p14="http://schemas.microsoft.com/office/powerpoint/2010/main" val="2552115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61715BC-C2CB-4033-8CC1-3EC0386B518C}"/>
              </a:ext>
            </a:extLst>
          </p:cNvPr>
          <p:cNvSpPr txBox="1"/>
          <p:nvPr/>
        </p:nvSpPr>
        <p:spPr>
          <a:xfrm>
            <a:off x="3798276" y="1298957"/>
            <a:ext cx="7222149" cy="4770537"/>
          </a:xfrm>
          <a:prstGeom prst="rect">
            <a:avLst/>
          </a:prstGeom>
          <a:noFill/>
        </p:spPr>
        <p:txBody>
          <a:bodyPr wrap="square" rtlCol="0">
            <a:spAutoFit/>
          </a:bodyPr>
          <a:lstStyle/>
          <a:p>
            <a:r>
              <a:rPr lang="en-US" sz="1600" dirty="0"/>
              <a:t>The Tower LCC node has two I/O ports, each supporting 8 turnouts or other devices. When you go to </a:t>
            </a:r>
          </a:p>
          <a:p>
            <a:endParaRPr lang="en-US" sz="1600" dirty="0"/>
          </a:p>
          <a:p>
            <a:r>
              <a:rPr lang="en-US" sz="1600" dirty="0"/>
              <a:t>JMRI </a:t>
            </a:r>
          </a:p>
          <a:p>
            <a:r>
              <a:rPr lang="en-US" sz="1600" dirty="0"/>
              <a:t>    &gt; LCC menu</a:t>
            </a:r>
          </a:p>
          <a:p>
            <a:r>
              <a:rPr lang="en-US" sz="1600" dirty="0"/>
              <a:t>        &gt; Configure Nodes</a:t>
            </a:r>
            <a:br>
              <a:rPr lang="en-US" sz="1600" dirty="0"/>
            </a:br>
            <a:r>
              <a:rPr lang="en-US" sz="1600" dirty="0"/>
              <a:t>            &gt; Select “Tower LCC”</a:t>
            </a:r>
          </a:p>
          <a:p>
            <a:r>
              <a:rPr lang="en-US" sz="1600" dirty="0"/>
              <a:t>                &gt; Double-click “Open Configuration dialog”</a:t>
            </a:r>
          </a:p>
          <a:p>
            <a:r>
              <a:rPr lang="en-US" sz="1600" dirty="0"/>
              <a:t>                    &gt; Segment: Port I/O</a:t>
            </a:r>
          </a:p>
          <a:p>
            <a:endParaRPr lang="en-US" sz="1600" dirty="0"/>
          </a:p>
          <a:p>
            <a:r>
              <a:rPr lang="en-US" sz="1600" dirty="0"/>
              <a:t>…you will see 16 “Lines”. Lines 1-8 represent the 8 turnouts controlled from the I/O-1 port on the Tower LCC node, and Lines 9-16 are controlled through the I/O-2 port:</a:t>
            </a:r>
          </a:p>
          <a:p>
            <a:endParaRPr lang="en-US" sz="1600" dirty="0"/>
          </a:p>
          <a:p>
            <a:endParaRPr lang="en-US" sz="1600" dirty="0"/>
          </a:p>
          <a:p>
            <a:endParaRPr lang="en-US" sz="1600" dirty="0"/>
          </a:p>
          <a:p>
            <a:endParaRPr lang="en-US" sz="1600" dirty="0"/>
          </a:p>
          <a:p>
            <a:endParaRPr lang="en-US" sz="1600" dirty="0"/>
          </a:p>
          <a:p>
            <a:r>
              <a:rPr lang="en-US" sz="1600" dirty="0"/>
              <a:t>In the example above, some on the lines have been given names that make them more user-friendly.</a:t>
            </a:r>
          </a:p>
        </p:txBody>
      </p:sp>
      <p:sp>
        <p:nvSpPr>
          <p:cNvPr id="2" name="Title 1">
            <a:extLst>
              <a:ext uri="{FF2B5EF4-FFF2-40B4-BE49-F238E27FC236}">
                <a16:creationId xmlns:a16="http://schemas.microsoft.com/office/drawing/2014/main" id="{B62E105D-4782-CB0A-9634-C1D7AE82AC5B}"/>
              </a:ext>
            </a:extLst>
          </p:cNvPr>
          <p:cNvSpPr>
            <a:spLocks noGrp="1"/>
          </p:cNvSpPr>
          <p:nvPr>
            <p:ph type="title"/>
          </p:nvPr>
        </p:nvSpPr>
        <p:spPr>
          <a:xfrm>
            <a:off x="838200" y="365126"/>
            <a:ext cx="10515600" cy="924828"/>
          </a:xfrm>
        </p:spPr>
        <p:txBody>
          <a:bodyPr>
            <a:normAutofit/>
          </a:bodyPr>
          <a:lstStyle/>
          <a:p>
            <a:r>
              <a:rPr lang="en-US" sz="4000" dirty="0"/>
              <a:t>Tower LCC Configuration: Hardware to software</a:t>
            </a:r>
          </a:p>
        </p:txBody>
      </p:sp>
      <p:sp>
        <p:nvSpPr>
          <p:cNvPr id="3" name="Date Placeholder 2">
            <a:extLst>
              <a:ext uri="{FF2B5EF4-FFF2-40B4-BE49-F238E27FC236}">
                <a16:creationId xmlns:a16="http://schemas.microsoft.com/office/drawing/2014/main" id="{2EAFB5A3-DAE3-D154-0AC3-1974A5F65812}"/>
              </a:ext>
            </a:extLst>
          </p:cNvPr>
          <p:cNvSpPr>
            <a:spLocks noGrp="1"/>
          </p:cNvSpPr>
          <p:nvPr>
            <p:ph type="dt" sz="half" idx="10"/>
          </p:nvPr>
        </p:nvSpPr>
        <p:spPr/>
        <p:txBody>
          <a:bodyPr/>
          <a:lstStyle/>
          <a:p>
            <a:fld id="{9D331F23-EE57-4388-AC7E-FCD760A6285C}" type="datetime1">
              <a:rPr lang="en-US" smtClean="0"/>
              <a:t>10/9/2024</a:t>
            </a:fld>
            <a:endParaRPr lang="en-US"/>
          </a:p>
        </p:txBody>
      </p:sp>
      <p:sp>
        <p:nvSpPr>
          <p:cNvPr id="4" name="Slide Number Placeholder 3">
            <a:extLst>
              <a:ext uri="{FF2B5EF4-FFF2-40B4-BE49-F238E27FC236}">
                <a16:creationId xmlns:a16="http://schemas.microsoft.com/office/drawing/2014/main" id="{9D0568C9-8EE3-2531-71E1-518B66A2A6EB}"/>
              </a:ext>
            </a:extLst>
          </p:cNvPr>
          <p:cNvSpPr>
            <a:spLocks noGrp="1"/>
          </p:cNvSpPr>
          <p:nvPr>
            <p:ph type="sldNum" sz="quarter" idx="12"/>
          </p:nvPr>
        </p:nvSpPr>
        <p:spPr/>
        <p:txBody>
          <a:bodyPr/>
          <a:lstStyle/>
          <a:p>
            <a:fld id="{941EB08D-85F9-4086-BDAD-9823B90CC220}" type="slidenum">
              <a:rPr lang="en-US" smtClean="0"/>
              <a:t>8</a:t>
            </a:fld>
            <a:endParaRPr lang="en-US"/>
          </a:p>
        </p:txBody>
      </p:sp>
      <p:pic>
        <p:nvPicPr>
          <p:cNvPr id="6" name="Picture 5">
            <a:extLst>
              <a:ext uri="{FF2B5EF4-FFF2-40B4-BE49-F238E27FC236}">
                <a16:creationId xmlns:a16="http://schemas.microsoft.com/office/drawing/2014/main" id="{3E23C26B-25AA-34E8-756B-33082B9043AA}"/>
              </a:ext>
            </a:extLst>
          </p:cNvPr>
          <p:cNvPicPr>
            <a:picLocks noChangeAspect="1"/>
          </p:cNvPicPr>
          <p:nvPr/>
        </p:nvPicPr>
        <p:blipFill>
          <a:blip r:embed="rId2"/>
          <a:stretch>
            <a:fillRect/>
          </a:stretch>
        </p:blipFill>
        <p:spPr>
          <a:xfrm>
            <a:off x="4165971" y="4449502"/>
            <a:ext cx="6457143" cy="771429"/>
          </a:xfrm>
          <a:prstGeom prst="rect">
            <a:avLst/>
          </a:prstGeom>
        </p:spPr>
      </p:pic>
      <p:pic>
        <p:nvPicPr>
          <p:cNvPr id="7" name="Picture 6">
            <a:extLst>
              <a:ext uri="{FF2B5EF4-FFF2-40B4-BE49-F238E27FC236}">
                <a16:creationId xmlns:a16="http://schemas.microsoft.com/office/drawing/2014/main" id="{2BCAE5F0-BFCB-E8E6-DE26-FA21A69FDC3A}"/>
              </a:ext>
            </a:extLst>
          </p:cNvPr>
          <p:cNvPicPr>
            <a:picLocks noChangeAspect="1"/>
          </p:cNvPicPr>
          <p:nvPr/>
        </p:nvPicPr>
        <p:blipFill>
          <a:blip r:embed="rId3"/>
          <a:stretch>
            <a:fillRect/>
          </a:stretch>
        </p:blipFill>
        <p:spPr>
          <a:xfrm rot="5400000">
            <a:off x="65225" y="3243208"/>
            <a:ext cx="3353038" cy="1807089"/>
          </a:xfrm>
          <a:prstGeom prst="rect">
            <a:avLst/>
          </a:prstGeom>
        </p:spPr>
      </p:pic>
      <p:sp>
        <p:nvSpPr>
          <p:cNvPr id="8" name="Rectangle 7">
            <a:extLst>
              <a:ext uri="{FF2B5EF4-FFF2-40B4-BE49-F238E27FC236}">
                <a16:creationId xmlns:a16="http://schemas.microsoft.com/office/drawing/2014/main" id="{38F8632D-9A6F-B6E5-D464-96B99B4D2ABC}"/>
              </a:ext>
            </a:extLst>
          </p:cNvPr>
          <p:cNvSpPr/>
          <p:nvPr/>
        </p:nvSpPr>
        <p:spPr>
          <a:xfrm>
            <a:off x="4613406" y="4701683"/>
            <a:ext cx="5961184" cy="149470"/>
          </a:xfrm>
          <a:prstGeom prst="rect">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E31F6311-4D78-3125-07C9-5D44F66B5E6F}"/>
              </a:ext>
            </a:extLst>
          </p:cNvPr>
          <p:cNvSpPr/>
          <p:nvPr/>
        </p:nvSpPr>
        <p:spPr>
          <a:xfrm>
            <a:off x="4613406" y="4868319"/>
            <a:ext cx="5961184" cy="345403"/>
          </a:xfrm>
          <a:prstGeom prst="rect">
            <a:avLst/>
          </a:prstGeom>
          <a:noFill/>
          <a:ln w="19050">
            <a:solidFill>
              <a:srgbClr val="92D050"/>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Arrow: Left 9">
            <a:extLst>
              <a:ext uri="{FF2B5EF4-FFF2-40B4-BE49-F238E27FC236}">
                <a16:creationId xmlns:a16="http://schemas.microsoft.com/office/drawing/2014/main" id="{2C5161E2-A1E6-53C3-B77E-9AA99D3B275C}"/>
              </a:ext>
            </a:extLst>
          </p:cNvPr>
          <p:cNvSpPr/>
          <p:nvPr/>
        </p:nvSpPr>
        <p:spPr>
          <a:xfrm rot="583702">
            <a:off x="1972096" y="4625552"/>
            <a:ext cx="2648189" cy="293167"/>
          </a:xfrm>
          <a:prstGeom prst="lef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Arrow: Left 10">
            <a:extLst>
              <a:ext uri="{FF2B5EF4-FFF2-40B4-BE49-F238E27FC236}">
                <a16:creationId xmlns:a16="http://schemas.microsoft.com/office/drawing/2014/main" id="{A708F379-4BBE-5553-2F86-49220272B358}"/>
              </a:ext>
            </a:extLst>
          </p:cNvPr>
          <p:cNvSpPr/>
          <p:nvPr/>
        </p:nvSpPr>
        <p:spPr>
          <a:xfrm rot="20711001">
            <a:off x="2065949" y="4985478"/>
            <a:ext cx="2589901" cy="293167"/>
          </a:xfrm>
          <a:prstGeom prst="lef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4B4DB8E-A054-4E1F-3EF6-233D9518D6F3}"/>
              </a:ext>
            </a:extLst>
          </p:cNvPr>
          <p:cNvSpPr txBox="1"/>
          <p:nvPr/>
        </p:nvSpPr>
        <p:spPr>
          <a:xfrm>
            <a:off x="1989226" y="6400412"/>
            <a:ext cx="8200847" cy="276999"/>
          </a:xfrm>
          <a:prstGeom prst="rect">
            <a:avLst/>
          </a:prstGeom>
          <a:noFill/>
        </p:spPr>
        <p:txBody>
          <a:bodyPr wrap="square">
            <a:spAutoFit/>
          </a:bodyPr>
          <a:lstStyle/>
          <a:p>
            <a:r>
              <a:rPr lang="en-US" sz="1200" dirty="0"/>
              <a:t>Tower LCC &gt; Tortoise </a:t>
            </a:r>
            <a:r>
              <a:rPr lang="en-US" sz="1200" dirty="0" err="1"/>
              <a:t>Quik</a:t>
            </a:r>
            <a:r>
              <a:rPr lang="en-US" sz="1200" dirty="0"/>
              <a:t>-Link &gt; Tortoise, via JMRI panels</a:t>
            </a:r>
          </a:p>
        </p:txBody>
      </p:sp>
    </p:spTree>
    <p:extLst>
      <p:ext uri="{BB962C8B-B14F-4D97-AF65-F5344CB8AC3E}">
        <p14:creationId xmlns:p14="http://schemas.microsoft.com/office/powerpoint/2010/main" val="3500184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3CC64-9AE2-E737-DE7B-B2BB3B5DE8AF}"/>
              </a:ext>
            </a:extLst>
          </p:cNvPr>
          <p:cNvSpPr>
            <a:spLocks noGrp="1"/>
          </p:cNvSpPr>
          <p:nvPr>
            <p:ph type="title"/>
          </p:nvPr>
        </p:nvSpPr>
        <p:spPr>
          <a:xfrm>
            <a:off x="838200" y="365126"/>
            <a:ext cx="10515600" cy="931180"/>
          </a:xfrm>
        </p:spPr>
        <p:txBody>
          <a:bodyPr>
            <a:noAutofit/>
          </a:bodyPr>
          <a:lstStyle/>
          <a:p>
            <a:r>
              <a:rPr lang="en-US" sz="3200" dirty="0"/>
              <a:t>Tower LCC configuration</a:t>
            </a:r>
          </a:p>
        </p:txBody>
      </p:sp>
      <p:sp>
        <p:nvSpPr>
          <p:cNvPr id="6" name="TextBox 5">
            <a:extLst>
              <a:ext uri="{FF2B5EF4-FFF2-40B4-BE49-F238E27FC236}">
                <a16:creationId xmlns:a16="http://schemas.microsoft.com/office/drawing/2014/main" id="{25EC95BE-EFAA-3BA7-6AEB-F2C20C2F0EE4}"/>
              </a:ext>
            </a:extLst>
          </p:cNvPr>
          <p:cNvSpPr txBox="1"/>
          <p:nvPr/>
        </p:nvSpPr>
        <p:spPr>
          <a:xfrm>
            <a:off x="7944787" y="1440708"/>
            <a:ext cx="3773991" cy="1754326"/>
          </a:xfrm>
          <a:prstGeom prst="rect">
            <a:avLst/>
          </a:prstGeom>
          <a:noFill/>
        </p:spPr>
        <p:txBody>
          <a:bodyPr wrap="square" rtlCol="0">
            <a:spAutoFit/>
          </a:bodyPr>
          <a:lstStyle/>
          <a:p>
            <a:r>
              <a:rPr lang="en-US" dirty="0"/>
              <a:t>Each “Input/Output line” controls 1 turnout. 16 lines means you can control 16 turnouts. We’re going to configure Line 1, which goes to Tower LCC I/O 1, which goes to the Tortoise </a:t>
            </a:r>
            <a:r>
              <a:rPr lang="en-US" dirty="0" err="1"/>
              <a:t>Quik</a:t>
            </a:r>
            <a:r>
              <a:rPr lang="en-US" dirty="0"/>
              <a:t>-Link configured for channel 1.</a:t>
            </a:r>
          </a:p>
        </p:txBody>
      </p:sp>
      <p:sp>
        <p:nvSpPr>
          <p:cNvPr id="7" name="Arrow: Left 6">
            <a:extLst>
              <a:ext uri="{FF2B5EF4-FFF2-40B4-BE49-F238E27FC236}">
                <a16:creationId xmlns:a16="http://schemas.microsoft.com/office/drawing/2014/main" id="{9CC4AD28-9A5D-5D06-3F95-BA4362FF7ED2}"/>
              </a:ext>
            </a:extLst>
          </p:cNvPr>
          <p:cNvSpPr/>
          <p:nvPr/>
        </p:nvSpPr>
        <p:spPr>
          <a:xfrm>
            <a:off x="4734063" y="3429000"/>
            <a:ext cx="2519835" cy="29316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Left 11">
            <a:extLst>
              <a:ext uri="{FF2B5EF4-FFF2-40B4-BE49-F238E27FC236}">
                <a16:creationId xmlns:a16="http://schemas.microsoft.com/office/drawing/2014/main" id="{07779437-56BE-CB7B-5DF6-56A5D7EF35F4}"/>
              </a:ext>
            </a:extLst>
          </p:cNvPr>
          <p:cNvSpPr/>
          <p:nvPr/>
        </p:nvSpPr>
        <p:spPr>
          <a:xfrm>
            <a:off x="4753483" y="2535656"/>
            <a:ext cx="2519835" cy="29316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Left 12">
            <a:extLst>
              <a:ext uri="{FF2B5EF4-FFF2-40B4-BE49-F238E27FC236}">
                <a16:creationId xmlns:a16="http://schemas.microsoft.com/office/drawing/2014/main" id="{BEF9C8B6-7D24-DAE0-86CC-A3B17172AEDE}"/>
              </a:ext>
            </a:extLst>
          </p:cNvPr>
          <p:cNvSpPr/>
          <p:nvPr/>
        </p:nvSpPr>
        <p:spPr>
          <a:xfrm>
            <a:off x="4753482" y="4038888"/>
            <a:ext cx="2519835" cy="29316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a:extLst>
              <a:ext uri="{FF2B5EF4-FFF2-40B4-BE49-F238E27FC236}">
                <a16:creationId xmlns:a16="http://schemas.microsoft.com/office/drawing/2014/main" id="{76DBF578-6AC2-64A5-1BDB-06C7770935C8}"/>
              </a:ext>
            </a:extLst>
          </p:cNvPr>
          <p:cNvSpPr>
            <a:spLocks noGrp="1"/>
          </p:cNvSpPr>
          <p:nvPr>
            <p:ph type="dt" sz="half" idx="10"/>
          </p:nvPr>
        </p:nvSpPr>
        <p:spPr/>
        <p:txBody>
          <a:bodyPr/>
          <a:lstStyle/>
          <a:p>
            <a:fld id="{8B5F1152-792E-486D-B04F-794E280A9DEF}" type="datetime1">
              <a:rPr lang="en-US" smtClean="0"/>
              <a:t>10/9/2024</a:t>
            </a:fld>
            <a:endParaRPr lang="en-US"/>
          </a:p>
        </p:txBody>
      </p:sp>
      <p:sp>
        <p:nvSpPr>
          <p:cNvPr id="16" name="Slide Number Placeholder 15">
            <a:extLst>
              <a:ext uri="{FF2B5EF4-FFF2-40B4-BE49-F238E27FC236}">
                <a16:creationId xmlns:a16="http://schemas.microsoft.com/office/drawing/2014/main" id="{0E91E352-D979-FCBD-43F8-A67479763098}"/>
              </a:ext>
            </a:extLst>
          </p:cNvPr>
          <p:cNvSpPr>
            <a:spLocks noGrp="1"/>
          </p:cNvSpPr>
          <p:nvPr>
            <p:ph type="sldNum" sz="quarter" idx="12"/>
          </p:nvPr>
        </p:nvSpPr>
        <p:spPr/>
        <p:txBody>
          <a:bodyPr/>
          <a:lstStyle/>
          <a:p>
            <a:fld id="{941EB08D-85F9-4086-BDAD-9823B90CC220}" type="slidenum">
              <a:rPr lang="en-US" smtClean="0"/>
              <a:t>9</a:t>
            </a:fld>
            <a:endParaRPr lang="en-US"/>
          </a:p>
        </p:txBody>
      </p:sp>
      <p:sp>
        <p:nvSpPr>
          <p:cNvPr id="15" name="TextBox 14">
            <a:extLst>
              <a:ext uri="{FF2B5EF4-FFF2-40B4-BE49-F238E27FC236}">
                <a16:creationId xmlns:a16="http://schemas.microsoft.com/office/drawing/2014/main" id="{7721DDE0-D6DD-BC2D-9738-135E621F15AC}"/>
              </a:ext>
            </a:extLst>
          </p:cNvPr>
          <p:cNvSpPr txBox="1"/>
          <p:nvPr/>
        </p:nvSpPr>
        <p:spPr>
          <a:xfrm>
            <a:off x="1989226" y="6400412"/>
            <a:ext cx="8200847" cy="276999"/>
          </a:xfrm>
          <a:prstGeom prst="rect">
            <a:avLst/>
          </a:prstGeom>
          <a:noFill/>
        </p:spPr>
        <p:txBody>
          <a:bodyPr wrap="square">
            <a:spAutoFit/>
          </a:bodyPr>
          <a:lstStyle/>
          <a:p>
            <a:r>
              <a:rPr lang="en-US" sz="1200" dirty="0"/>
              <a:t>Tower LCC &gt; Tortoise </a:t>
            </a:r>
            <a:r>
              <a:rPr lang="en-US" sz="1200" dirty="0" err="1"/>
              <a:t>Quik</a:t>
            </a:r>
            <a:r>
              <a:rPr lang="en-US" sz="1200" dirty="0"/>
              <a:t>-Link &gt; Tortoise, via JMRI panels</a:t>
            </a:r>
          </a:p>
        </p:txBody>
      </p:sp>
      <p:pic>
        <p:nvPicPr>
          <p:cNvPr id="18" name="Picture 17">
            <a:extLst>
              <a:ext uri="{FF2B5EF4-FFF2-40B4-BE49-F238E27FC236}">
                <a16:creationId xmlns:a16="http://schemas.microsoft.com/office/drawing/2014/main" id="{459DEB2A-4F1A-94E1-DF96-B56E66D383E7}"/>
              </a:ext>
            </a:extLst>
          </p:cNvPr>
          <p:cNvPicPr>
            <a:picLocks noChangeAspect="1"/>
          </p:cNvPicPr>
          <p:nvPr/>
        </p:nvPicPr>
        <p:blipFill>
          <a:blip r:embed="rId2"/>
          <a:stretch>
            <a:fillRect/>
          </a:stretch>
        </p:blipFill>
        <p:spPr>
          <a:xfrm>
            <a:off x="900533" y="1383780"/>
            <a:ext cx="6733333" cy="4180952"/>
          </a:xfrm>
          <a:prstGeom prst="rect">
            <a:avLst/>
          </a:prstGeom>
        </p:spPr>
      </p:pic>
      <p:pic>
        <p:nvPicPr>
          <p:cNvPr id="20" name="Picture 19">
            <a:extLst>
              <a:ext uri="{FF2B5EF4-FFF2-40B4-BE49-F238E27FC236}">
                <a16:creationId xmlns:a16="http://schemas.microsoft.com/office/drawing/2014/main" id="{B5ECAFAE-7C8D-21EE-5D48-D4C3F2105BD0}"/>
              </a:ext>
            </a:extLst>
          </p:cNvPr>
          <p:cNvPicPr>
            <a:picLocks noChangeAspect="1"/>
          </p:cNvPicPr>
          <p:nvPr/>
        </p:nvPicPr>
        <p:blipFill>
          <a:blip r:embed="rId3"/>
          <a:stretch>
            <a:fillRect/>
          </a:stretch>
        </p:blipFill>
        <p:spPr>
          <a:xfrm>
            <a:off x="4419599" y="3002036"/>
            <a:ext cx="244317" cy="226939"/>
          </a:xfrm>
          <a:prstGeom prst="rect">
            <a:avLst/>
          </a:prstGeom>
        </p:spPr>
      </p:pic>
    </p:spTree>
    <p:extLst>
      <p:ext uri="{BB962C8B-B14F-4D97-AF65-F5344CB8AC3E}">
        <p14:creationId xmlns:p14="http://schemas.microsoft.com/office/powerpoint/2010/main" val="2211259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E2B1D-7ACA-E95D-2D08-7444F9404E37}"/>
              </a:ext>
            </a:extLst>
          </p:cNvPr>
          <p:cNvSpPr>
            <a:spLocks noGrp="1"/>
          </p:cNvSpPr>
          <p:nvPr>
            <p:ph type="title"/>
          </p:nvPr>
        </p:nvSpPr>
        <p:spPr>
          <a:xfrm>
            <a:off x="838200" y="365125"/>
            <a:ext cx="10515600" cy="684357"/>
          </a:xfrm>
        </p:spPr>
        <p:txBody>
          <a:bodyPr>
            <a:normAutofit fontScale="90000"/>
          </a:bodyPr>
          <a:lstStyle/>
          <a:p>
            <a:r>
              <a:rPr lang="en-US" dirty="0"/>
              <a:t>Add two events then copy IDs to Turnout creation</a:t>
            </a:r>
          </a:p>
        </p:txBody>
      </p:sp>
      <p:pic>
        <p:nvPicPr>
          <p:cNvPr id="13" name="Picture 12" descr="A screenshot of a computer&#10;&#10;Description automatically generated">
            <a:extLst>
              <a:ext uri="{FF2B5EF4-FFF2-40B4-BE49-F238E27FC236}">
                <a16:creationId xmlns:a16="http://schemas.microsoft.com/office/drawing/2014/main" id="{32639A02-C57F-55EE-600F-C5798EED017D}"/>
              </a:ext>
            </a:extLst>
          </p:cNvPr>
          <p:cNvPicPr>
            <a:picLocks noChangeAspect="1"/>
          </p:cNvPicPr>
          <p:nvPr/>
        </p:nvPicPr>
        <p:blipFill>
          <a:blip r:embed="rId3"/>
          <a:stretch>
            <a:fillRect/>
          </a:stretch>
        </p:blipFill>
        <p:spPr>
          <a:xfrm>
            <a:off x="3402794" y="4447303"/>
            <a:ext cx="5038090" cy="1885315"/>
          </a:xfrm>
          <a:prstGeom prst="rect">
            <a:avLst/>
          </a:prstGeom>
        </p:spPr>
      </p:pic>
      <p:cxnSp>
        <p:nvCxnSpPr>
          <p:cNvPr id="18" name="Straight Arrow Connector 17">
            <a:extLst>
              <a:ext uri="{FF2B5EF4-FFF2-40B4-BE49-F238E27FC236}">
                <a16:creationId xmlns:a16="http://schemas.microsoft.com/office/drawing/2014/main" id="{A983C10A-0E30-3B7E-3975-056F3683DC97}"/>
              </a:ext>
            </a:extLst>
          </p:cNvPr>
          <p:cNvCxnSpPr>
            <a:cxnSpLocks/>
            <a:stCxn id="14" idx="2"/>
          </p:cNvCxnSpPr>
          <p:nvPr/>
        </p:nvCxnSpPr>
        <p:spPr>
          <a:xfrm>
            <a:off x="322290" y="5350374"/>
            <a:ext cx="3259110" cy="110578"/>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9" name="Date Placeholder 18">
            <a:extLst>
              <a:ext uri="{FF2B5EF4-FFF2-40B4-BE49-F238E27FC236}">
                <a16:creationId xmlns:a16="http://schemas.microsoft.com/office/drawing/2014/main" id="{05AD7B17-A86A-50D3-B3E7-634C14C6AEC6}"/>
              </a:ext>
            </a:extLst>
          </p:cNvPr>
          <p:cNvSpPr>
            <a:spLocks noGrp="1"/>
          </p:cNvSpPr>
          <p:nvPr>
            <p:ph type="dt" sz="half" idx="10"/>
          </p:nvPr>
        </p:nvSpPr>
        <p:spPr/>
        <p:txBody>
          <a:bodyPr/>
          <a:lstStyle/>
          <a:p>
            <a:fld id="{9F129AA5-F849-48A6-9A54-5D16C37F976A}" type="datetime1">
              <a:rPr lang="en-US" smtClean="0"/>
              <a:t>10/9/2024</a:t>
            </a:fld>
            <a:endParaRPr lang="en-US" dirty="0"/>
          </a:p>
        </p:txBody>
      </p:sp>
      <p:sp>
        <p:nvSpPr>
          <p:cNvPr id="21" name="Slide Number Placeholder 20">
            <a:extLst>
              <a:ext uri="{FF2B5EF4-FFF2-40B4-BE49-F238E27FC236}">
                <a16:creationId xmlns:a16="http://schemas.microsoft.com/office/drawing/2014/main" id="{9D9CEF43-03AE-1551-7B8D-E1EBC7A9585E}"/>
              </a:ext>
            </a:extLst>
          </p:cNvPr>
          <p:cNvSpPr>
            <a:spLocks noGrp="1"/>
          </p:cNvSpPr>
          <p:nvPr>
            <p:ph type="sldNum" sz="quarter" idx="12"/>
          </p:nvPr>
        </p:nvSpPr>
        <p:spPr/>
        <p:txBody>
          <a:bodyPr/>
          <a:lstStyle/>
          <a:p>
            <a:fld id="{941EB08D-85F9-4086-BDAD-9823B90CC220}" type="slidenum">
              <a:rPr lang="en-US" smtClean="0"/>
              <a:t>10</a:t>
            </a:fld>
            <a:endParaRPr lang="en-US"/>
          </a:p>
        </p:txBody>
      </p:sp>
      <p:sp>
        <p:nvSpPr>
          <p:cNvPr id="39" name="TextBox 38">
            <a:extLst>
              <a:ext uri="{FF2B5EF4-FFF2-40B4-BE49-F238E27FC236}">
                <a16:creationId xmlns:a16="http://schemas.microsoft.com/office/drawing/2014/main" id="{0F8A7C2C-47B5-4341-8E8B-8BD18155FAFE}"/>
              </a:ext>
            </a:extLst>
          </p:cNvPr>
          <p:cNvSpPr txBox="1"/>
          <p:nvPr/>
        </p:nvSpPr>
        <p:spPr>
          <a:xfrm>
            <a:off x="1989226" y="6400412"/>
            <a:ext cx="8200847" cy="276999"/>
          </a:xfrm>
          <a:prstGeom prst="rect">
            <a:avLst/>
          </a:prstGeom>
          <a:noFill/>
        </p:spPr>
        <p:txBody>
          <a:bodyPr wrap="square">
            <a:spAutoFit/>
          </a:bodyPr>
          <a:lstStyle/>
          <a:p>
            <a:r>
              <a:rPr lang="en-US" sz="1200" dirty="0"/>
              <a:t>Tower LCC &gt; Tortoise </a:t>
            </a:r>
            <a:r>
              <a:rPr lang="en-US" sz="1200" dirty="0" err="1"/>
              <a:t>Quik</a:t>
            </a:r>
            <a:r>
              <a:rPr lang="en-US" sz="1200" dirty="0"/>
              <a:t>-Link &gt; Tortoise, via JMRI panels</a:t>
            </a:r>
          </a:p>
        </p:txBody>
      </p:sp>
      <p:sp>
        <p:nvSpPr>
          <p:cNvPr id="25" name="TextBox 24">
            <a:extLst>
              <a:ext uri="{FF2B5EF4-FFF2-40B4-BE49-F238E27FC236}">
                <a16:creationId xmlns:a16="http://schemas.microsoft.com/office/drawing/2014/main" id="{AD809FF5-0AF0-58FF-39F9-5C05362F9C60}"/>
              </a:ext>
            </a:extLst>
          </p:cNvPr>
          <p:cNvSpPr txBox="1"/>
          <p:nvPr/>
        </p:nvSpPr>
        <p:spPr>
          <a:xfrm>
            <a:off x="8585664" y="4620940"/>
            <a:ext cx="3034665" cy="1384995"/>
          </a:xfrm>
          <a:prstGeom prst="rect">
            <a:avLst/>
          </a:prstGeom>
          <a:noFill/>
        </p:spPr>
        <p:txBody>
          <a:bodyPr wrap="square" rtlCol="0">
            <a:spAutoFit/>
          </a:bodyPr>
          <a:lstStyle/>
          <a:p>
            <a:r>
              <a:rPr lang="en-US" sz="1400" dirty="0"/>
              <a:t>This last section lets you create a turnout in the JMR turnout table with the User Name you provide. In JMRI, you link the User Name to a turnout on the panel, and that allows JMRI to send instructions to the Tortoise </a:t>
            </a:r>
            <a:r>
              <a:rPr lang="en-US" sz="1400" dirty="0" err="1"/>
              <a:t>Quik</a:t>
            </a:r>
            <a:r>
              <a:rPr lang="en-US" sz="1400" dirty="0"/>
              <a:t>-Link.</a:t>
            </a: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B81F2CE6-6BE6-4A79-A332-99C54185A16F}"/>
                  </a:ext>
                </a:extLst>
              </p14:cNvPr>
              <p14:cNvContentPartPr/>
              <p14:nvPr/>
            </p14:nvContentPartPr>
            <p14:xfrm>
              <a:off x="6800486" y="3618083"/>
              <a:ext cx="94680" cy="48240"/>
            </p14:xfrm>
          </p:contentPart>
        </mc:Choice>
        <mc:Fallback xmlns="">
          <p:pic>
            <p:nvPicPr>
              <p:cNvPr id="4" name="Ink 3">
                <a:extLst>
                  <a:ext uri="{FF2B5EF4-FFF2-40B4-BE49-F238E27FC236}">
                    <a16:creationId xmlns:a16="http://schemas.microsoft.com/office/drawing/2014/main" id="{B81F2CE6-6BE6-4A79-A332-99C54185A16F}"/>
                  </a:ext>
                </a:extLst>
              </p:cNvPr>
              <p:cNvPicPr/>
              <p:nvPr/>
            </p:nvPicPr>
            <p:blipFill>
              <a:blip r:embed="rId6"/>
              <a:stretch>
                <a:fillRect/>
              </a:stretch>
            </p:blipFill>
            <p:spPr>
              <a:xfrm>
                <a:off x="6791846" y="3609443"/>
                <a:ext cx="112320" cy="65880"/>
              </a:xfrm>
              <a:prstGeom prst="rect">
                <a:avLst/>
              </a:prstGeom>
            </p:spPr>
          </p:pic>
        </mc:Fallback>
      </mc:AlternateContent>
      <p:grpSp>
        <p:nvGrpSpPr>
          <p:cNvPr id="26" name="Group 25">
            <a:extLst>
              <a:ext uri="{FF2B5EF4-FFF2-40B4-BE49-F238E27FC236}">
                <a16:creationId xmlns:a16="http://schemas.microsoft.com/office/drawing/2014/main" id="{A1FDEE4B-115A-9B73-3B58-03C0C5397F8C}"/>
              </a:ext>
            </a:extLst>
          </p:cNvPr>
          <p:cNvGrpSpPr/>
          <p:nvPr/>
        </p:nvGrpSpPr>
        <p:grpSpPr>
          <a:xfrm>
            <a:off x="6788659" y="3625358"/>
            <a:ext cx="108000" cy="58680"/>
            <a:chOff x="6788659" y="3625358"/>
            <a:chExt cx="108000" cy="58680"/>
          </a:xfrm>
        </p:grpSpPr>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67B66A7A-F1B9-884E-BBFD-1059D9B92F51}"/>
                    </a:ext>
                  </a:extLst>
                </p14:cNvPr>
                <p14:cNvContentPartPr/>
                <p14:nvPr/>
              </p14:nvContentPartPr>
              <p14:xfrm>
                <a:off x="6788659" y="3647678"/>
                <a:ext cx="101520" cy="22320"/>
              </p14:xfrm>
            </p:contentPart>
          </mc:Choice>
          <mc:Fallback xmlns="">
            <p:pic>
              <p:nvPicPr>
                <p:cNvPr id="16" name="Ink 15">
                  <a:extLst>
                    <a:ext uri="{FF2B5EF4-FFF2-40B4-BE49-F238E27FC236}">
                      <a16:creationId xmlns:a16="http://schemas.microsoft.com/office/drawing/2014/main" id="{67B66A7A-F1B9-884E-BBFD-1059D9B92F51}"/>
                    </a:ext>
                  </a:extLst>
                </p:cNvPr>
                <p:cNvPicPr/>
                <p:nvPr/>
              </p:nvPicPr>
              <p:blipFill>
                <a:blip r:embed="rId8"/>
                <a:stretch>
                  <a:fillRect/>
                </a:stretch>
              </p:blipFill>
              <p:spPr>
                <a:xfrm>
                  <a:off x="6780019" y="3639038"/>
                  <a:ext cx="11916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FFAA9BF7-F45E-C9ED-A653-0392262B8E5A}"/>
                    </a:ext>
                  </a:extLst>
                </p14:cNvPr>
                <p14:cNvContentPartPr/>
                <p14:nvPr/>
              </p14:nvContentPartPr>
              <p14:xfrm>
                <a:off x="6881539" y="3625358"/>
                <a:ext cx="15120" cy="10800"/>
              </p14:xfrm>
            </p:contentPart>
          </mc:Choice>
          <mc:Fallback xmlns="">
            <p:pic>
              <p:nvPicPr>
                <p:cNvPr id="20" name="Ink 19">
                  <a:extLst>
                    <a:ext uri="{FF2B5EF4-FFF2-40B4-BE49-F238E27FC236}">
                      <a16:creationId xmlns:a16="http://schemas.microsoft.com/office/drawing/2014/main" id="{FFAA9BF7-F45E-C9ED-A653-0392262B8E5A}"/>
                    </a:ext>
                  </a:extLst>
                </p:cNvPr>
                <p:cNvPicPr/>
                <p:nvPr/>
              </p:nvPicPr>
              <p:blipFill>
                <a:blip r:embed="rId10"/>
                <a:stretch>
                  <a:fillRect/>
                </a:stretch>
              </p:blipFill>
              <p:spPr>
                <a:xfrm>
                  <a:off x="6872899" y="3616358"/>
                  <a:ext cx="327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33FC6122-D168-E329-7394-5EB78BEFAFF2}"/>
                    </a:ext>
                  </a:extLst>
                </p14:cNvPr>
                <p14:cNvContentPartPr/>
                <p14:nvPr/>
              </p14:nvContentPartPr>
              <p14:xfrm>
                <a:off x="6891259" y="3683678"/>
                <a:ext cx="360" cy="360"/>
              </p14:xfrm>
            </p:contentPart>
          </mc:Choice>
          <mc:Fallback xmlns="">
            <p:pic>
              <p:nvPicPr>
                <p:cNvPr id="24" name="Ink 23">
                  <a:extLst>
                    <a:ext uri="{FF2B5EF4-FFF2-40B4-BE49-F238E27FC236}">
                      <a16:creationId xmlns:a16="http://schemas.microsoft.com/office/drawing/2014/main" id="{33FC6122-D168-E329-7394-5EB78BEFAFF2}"/>
                    </a:ext>
                  </a:extLst>
                </p:cNvPr>
                <p:cNvPicPr/>
                <p:nvPr/>
              </p:nvPicPr>
              <p:blipFill>
                <a:blip r:embed="rId12"/>
                <a:stretch>
                  <a:fillRect/>
                </a:stretch>
              </p:blipFill>
              <p:spPr>
                <a:xfrm>
                  <a:off x="6882259" y="3674678"/>
                  <a:ext cx="18000" cy="18000"/>
                </a:xfrm>
                <a:prstGeom prst="rect">
                  <a:avLst/>
                </a:prstGeom>
              </p:spPr>
            </p:pic>
          </mc:Fallback>
        </mc:AlternateContent>
      </p:grpSp>
      <p:sp>
        <p:nvSpPr>
          <p:cNvPr id="27" name="TextBox 26">
            <a:extLst>
              <a:ext uri="{FF2B5EF4-FFF2-40B4-BE49-F238E27FC236}">
                <a16:creationId xmlns:a16="http://schemas.microsoft.com/office/drawing/2014/main" id="{3A8FDBF0-05A7-7262-2FA5-8096D03EDA70}"/>
              </a:ext>
            </a:extLst>
          </p:cNvPr>
          <p:cNvSpPr txBox="1"/>
          <p:nvPr/>
        </p:nvSpPr>
        <p:spPr>
          <a:xfrm>
            <a:off x="1430088" y="5460952"/>
            <a:ext cx="1771367" cy="307777"/>
          </a:xfrm>
          <a:prstGeom prst="rect">
            <a:avLst/>
          </a:prstGeom>
          <a:noFill/>
        </p:spPr>
        <p:txBody>
          <a:bodyPr wrap="square" rtlCol="0">
            <a:spAutoFit/>
          </a:bodyPr>
          <a:lstStyle/>
          <a:p>
            <a:r>
              <a:rPr lang="en-US" sz="1400" dirty="0"/>
              <a:t>Copy/paste event IDs</a:t>
            </a:r>
          </a:p>
        </p:txBody>
      </p:sp>
      <p:pic>
        <p:nvPicPr>
          <p:cNvPr id="30" name="Picture 29">
            <a:extLst>
              <a:ext uri="{FF2B5EF4-FFF2-40B4-BE49-F238E27FC236}">
                <a16:creationId xmlns:a16="http://schemas.microsoft.com/office/drawing/2014/main" id="{CE511108-9D93-9C1A-6B66-02A1C362788B}"/>
              </a:ext>
            </a:extLst>
          </p:cNvPr>
          <p:cNvPicPr>
            <a:picLocks noChangeAspect="1"/>
          </p:cNvPicPr>
          <p:nvPr/>
        </p:nvPicPr>
        <p:blipFill>
          <a:blip r:embed="rId13"/>
          <a:stretch>
            <a:fillRect/>
          </a:stretch>
        </p:blipFill>
        <p:spPr>
          <a:xfrm>
            <a:off x="153806" y="1176255"/>
            <a:ext cx="5885714" cy="3104762"/>
          </a:xfrm>
          <a:prstGeom prst="rect">
            <a:avLst/>
          </a:prstGeom>
        </p:spPr>
      </p:pic>
      <p:pic>
        <p:nvPicPr>
          <p:cNvPr id="32" name="Picture 31">
            <a:extLst>
              <a:ext uri="{FF2B5EF4-FFF2-40B4-BE49-F238E27FC236}">
                <a16:creationId xmlns:a16="http://schemas.microsoft.com/office/drawing/2014/main" id="{188402B2-81D4-0AA7-7425-CDDBF064B0AD}"/>
              </a:ext>
            </a:extLst>
          </p:cNvPr>
          <p:cNvPicPr>
            <a:picLocks noChangeAspect="1"/>
          </p:cNvPicPr>
          <p:nvPr/>
        </p:nvPicPr>
        <p:blipFill>
          <a:blip r:embed="rId14"/>
          <a:stretch>
            <a:fillRect/>
          </a:stretch>
        </p:blipFill>
        <p:spPr>
          <a:xfrm>
            <a:off x="6249143" y="1176255"/>
            <a:ext cx="5942857" cy="3038095"/>
          </a:xfrm>
          <a:prstGeom prst="rect">
            <a:avLst/>
          </a:prstGeom>
        </p:spPr>
      </p:pic>
      <p:cxnSp>
        <p:nvCxnSpPr>
          <p:cNvPr id="23" name="Straight Arrow Connector 22">
            <a:extLst>
              <a:ext uri="{FF2B5EF4-FFF2-40B4-BE49-F238E27FC236}">
                <a16:creationId xmlns:a16="http://schemas.microsoft.com/office/drawing/2014/main" id="{D3828773-63A4-BB10-901D-9EB2FE92451F}"/>
              </a:ext>
            </a:extLst>
          </p:cNvPr>
          <p:cNvCxnSpPr>
            <a:cxnSpLocks/>
          </p:cNvCxnSpPr>
          <p:nvPr/>
        </p:nvCxnSpPr>
        <p:spPr>
          <a:xfrm flipH="1">
            <a:off x="4876800" y="1993692"/>
            <a:ext cx="1508692" cy="3835608"/>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Left Bracket 13">
            <a:extLst>
              <a:ext uri="{FF2B5EF4-FFF2-40B4-BE49-F238E27FC236}">
                <a16:creationId xmlns:a16="http://schemas.microsoft.com/office/drawing/2014/main" id="{CC24A818-5AA7-D550-92C8-DD332BBE8598}"/>
              </a:ext>
            </a:extLst>
          </p:cNvPr>
          <p:cNvSpPr/>
          <p:nvPr/>
        </p:nvSpPr>
        <p:spPr>
          <a:xfrm>
            <a:off x="89942" y="1941226"/>
            <a:ext cx="232348" cy="3409148"/>
          </a:xfrm>
          <a:prstGeom prst="leftBracket">
            <a:avLst/>
          </a:prstGeom>
          <a:ln w="3810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335820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7F84066-E84C-E465-F424-614D69647525}"/>
              </a:ext>
            </a:extLst>
          </p:cNvPr>
          <p:cNvSpPr>
            <a:spLocks noGrp="1"/>
          </p:cNvSpPr>
          <p:nvPr>
            <p:ph type="title"/>
          </p:nvPr>
        </p:nvSpPr>
        <p:spPr/>
        <p:txBody>
          <a:bodyPr/>
          <a:lstStyle/>
          <a:p>
            <a:r>
              <a:rPr lang="en-US">
                <a:solidFill>
                  <a:srgbClr val="92D050"/>
                </a:solidFill>
              </a:rPr>
              <a:t>Recipe</a:t>
            </a:r>
            <a:endParaRPr lang="en-US" dirty="0">
              <a:solidFill>
                <a:srgbClr val="92D050"/>
              </a:solidFill>
            </a:endParaRPr>
          </a:p>
        </p:txBody>
      </p:sp>
      <p:sp>
        <p:nvSpPr>
          <p:cNvPr id="8" name="Text Placeholder 7">
            <a:extLst>
              <a:ext uri="{FF2B5EF4-FFF2-40B4-BE49-F238E27FC236}">
                <a16:creationId xmlns:a16="http://schemas.microsoft.com/office/drawing/2014/main" id="{F7F19330-0458-0F1E-1FD5-B3D0E819261F}"/>
              </a:ext>
            </a:extLst>
          </p:cNvPr>
          <p:cNvSpPr>
            <a:spLocks noGrp="1"/>
          </p:cNvSpPr>
          <p:nvPr>
            <p:ph type="body" idx="1"/>
          </p:nvPr>
        </p:nvSpPr>
        <p:spPr/>
        <p:txBody>
          <a:bodyPr/>
          <a:lstStyle/>
          <a:p>
            <a:r>
              <a:rPr lang="en-US" dirty="0"/>
              <a:t>Using a Tower LCC node with a SMD-8 daughter board </a:t>
            </a:r>
            <a:br>
              <a:rPr lang="en-US" dirty="0"/>
            </a:br>
            <a:r>
              <a:rPr lang="en-US" dirty="0"/>
              <a:t>to control up to 16 MP1/MP4 switch machines </a:t>
            </a:r>
            <a:br>
              <a:rPr lang="en-US" dirty="0"/>
            </a:br>
            <a:r>
              <a:rPr lang="en-US" dirty="0"/>
              <a:t>using a JMRI panel</a:t>
            </a:r>
          </a:p>
        </p:txBody>
      </p:sp>
      <p:sp>
        <p:nvSpPr>
          <p:cNvPr id="5" name="Date Placeholder 4">
            <a:extLst>
              <a:ext uri="{FF2B5EF4-FFF2-40B4-BE49-F238E27FC236}">
                <a16:creationId xmlns:a16="http://schemas.microsoft.com/office/drawing/2014/main" id="{B518AA84-C404-5134-76B2-59E50A7978FD}"/>
              </a:ext>
            </a:extLst>
          </p:cNvPr>
          <p:cNvSpPr>
            <a:spLocks noGrp="1"/>
          </p:cNvSpPr>
          <p:nvPr>
            <p:ph type="dt" sz="half" idx="10"/>
          </p:nvPr>
        </p:nvSpPr>
        <p:spPr/>
        <p:txBody>
          <a:bodyPr/>
          <a:lstStyle/>
          <a:p>
            <a:fld id="{E984DE59-35B6-4F9C-810A-EACEE538C36A}" type="datetime1">
              <a:rPr lang="en-US" smtClean="0"/>
              <a:t>10/9/2024</a:t>
            </a:fld>
            <a:endParaRPr lang="en-US"/>
          </a:p>
        </p:txBody>
      </p:sp>
      <p:sp>
        <p:nvSpPr>
          <p:cNvPr id="6" name="Slide Number Placeholder 5">
            <a:extLst>
              <a:ext uri="{FF2B5EF4-FFF2-40B4-BE49-F238E27FC236}">
                <a16:creationId xmlns:a16="http://schemas.microsoft.com/office/drawing/2014/main" id="{064257AF-3AC9-BD52-7E74-E4989944B78E}"/>
              </a:ext>
            </a:extLst>
          </p:cNvPr>
          <p:cNvSpPr>
            <a:spLocks noGrp="1"/>
          </p:cNvSpPr>
          <p:nvPr>
            <p:ph type="sldNum" sz="quarter" idx="12"/>
          </p:nvPr>
        </p:nvSpPr>
        <p:spPr/>
        <p:txBody>
          <a:bodyPr/>
          <a:lstStyle/>
          <a:p>
            <a:fld id="{941EB08D-85F9-4086-BDAD-9823B90CC220}" type="slidenum">
              <a:rPr lang="en-US" smtClean="0"/>
              <a:t>11</a:t>
            </a:fld>
            <a:endParaRPr lang="en-US"/>
          </a:p>
        </p:txBody>
      </p:sp>
      <p:pic>
        <p:nvPicPr>
          <p:cNvPr id="2" name="Picture 1">
            <a:extLst>
              <a:ext uri="{FF2B5EF4-FFF2-40B4-BE49-F238E27FC236}">
                <a16:creationId xmlns:a16="http://schemas.microsoft.com/office/drawing/2014/main" id="{A7901F44-DCB8-B8EA-771D-7BB9DDDD7A04}"/>
              </a:ext>
            </a:extLst>
          </p:cNvPr>
          <p:cNvPicPr>
            <a:picLocks noChangeAspect="1"/>
          </p:cNvPicPr>
          <p:nvPr/>
        </p:nvPicPr>
        <p:blipFill>
          <a:blip r:embed="rId2"/>
          <a:stretch>
            <a:fillRect/>
          </a:stretch>
        </p:blipFill>
        <p:spPr>
          <a:xfrm rot="5400000">
            <a:off x="9288365" y="8906"/>
            <a:ext cx="3362451" cy="3477736"/>
          </a:xfrm>
          <a:prstGeom prst="rect">
            <a:avLst/>
          </a:prstGeom>
        </p:spPr>
      </p:pic>
      <p:pic>
        <p:nvPicPr>
          <p:cNvPr id="3" name="Picture 2" descr="A grey electronic device with white text&#10;&#10;Description automatically generated">
            <a:extLst>
              <a:ext uri="{FF2B5EF4-FFF2-40B4-BE49-F238E27FC236}">
                <a16:creationId xmlns:a16="http://schemas.microsoft.com/office/drawing/2014/main" id="{D9D87E26-73D5-32AE-50FF-A44AE0F913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8875635" y="3024514"/>
            <a:ext cx="3666812" cy="4000160"/>
          </a:xfrm>
          <a:prstGeom prst="rect">
            <a:avLst/>
          </a:prstGeom>
        </p:spPr>
      </p:pic>
    </p:spTree>
    <p:extLst>
      <p:ext uri="{BB962C8B-B14F-4D97-AF65-F5344CB8AC3E}">
        <p14:creationId xmlns:p14="http://schemas.microsoft.com/office/powerpoint/2010/main" val="1655471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D73E932-2A33-A8DB-4793-FEC19B06429E}"/>
              </a:ext>
            </a:extLst>
          </p:cNvPr>
          <p:cNvSpPr>
            <a:spLocks noGrp="1"/>
          </p:cNvSpPr>
          <p:nvPr>
            <p:ph type="title"/>
          </p:nvPr>
        </p:nvSpPr>
        <p:spPr/>
        <p:txBody>
          <a:bodyPr/>
          <a:lstStyle/>
          <a:p>
            <a:r>
              <a:rPr lang="en-US" dirty="0">
                <a:solidFill>
                  <a:srgbClr val="92D050"/>
                </a:solidFill>
              </a:rPr>
              <a:t>Ingredients</a:t>
            </a:r>
          </a:p>
        </p:txBody>
      </p:sp>
      <p:sp>
        <p:nvSpPr>
          <p:cNvPr id="8" name="Content Placeholder 7">
            <a:extLst>
              <a:ext uri="{FF2B5EF4-FFF2-40B4-BE49-F238E27FC236}">
                <a16:creationId xmlns:a16="http://schemas.microsoft.com/office/drawing/2014/main" id="{72B181C3-0AB0-A03E-4EBB-4DC9D0FBC177}"/>
              </a:ext>
            </a:extLst>
          </p:cNvPr>
          <p:cNvSpPr>
            <a:spLocks noGrp="1"/>
          </p:cNvSpPr>
          <p:nvPr>
            <p:ph sz="half" idx="1"/>
          </p:nvPr>
        </p:nvSpPr>
        <p:spPr/>
        <p:txBody>
          <a:bodyPr/>
          <a:lstStyle/>
          <a:p>
            <a:r>
              <a:rPr lang="en-US" sz="2000" dirty="0"/>
              <a:t>RR-</a:t>
            </a:r>
            <a:r>
              <a:rPr lang="en-US" sz="2000" dirty="0" err="1"/>
              <a:t>CirKits</a:t>
            </a:r>
            <a:r>
              <a:rPr lang="en-US" sz="2000" dirty="0"/>
              <a:t> </a:t>
            </a:r>
            <a:r>
              <a:rPr lang="en-US" sz="2000" dirty="0">
                <a:solidFill>
                  <a:schemeClr val="accent1"/>
                </a:solidFill>
              </a:rPr>
              <a:t>Tower LCC </a:t>
            </a:r>
            <a:r>
              <a:rPr lang="en-US" sz="2000" dirty="0"/>
              <a:t>board</a:t>
            </a:r>
          </a:p>
          <a:p>
            <a:r>
              <a:rPr lang="en-US" sz="2000" dirty="0"/>
              <a:t>RR-</a:t>
            </a:r>
            <a:r>
              <a:rPr lang="en-US" sz="2000" dirty="0" err="1"/>
              <a:t>CirKits</a:t>
            </a:r>
            <a:r>
              <a:rPr lang="en-US" sz="2000" dirty="0"/>
              <a:t> </a:t>
            </a:r>
            <a:r>
              <a:rPr lang="en-US" sz="2000" dirty="0">
                <a:solidFill>
                  <a:schemeClr val="accent1"/>
                </a:solidFill>
              </a:rPr>
              <a:t>SMD-8</a:t>
            </a:r>
            <a:r>
              <a:rPr lang="en-US" sz="2000" dirty="0"/>
              <a:t> Board</a:t>
            </a:r>
          </a:p>
          <a:p>
            <a:r>
              <a:rPr lang="en-US" sz="2000" dirty="0"/>
              <a:t>RR-</a:t>
            </a:r>
            <a:r>
              <a:rPr lang="en-US" sz="2000" dirty="0" err="1"/>
              <a:t>CirKits</a:t>
            </a:r>
            <a:r>
              <a:rPr lang="en-US" sz="2000" dirty="0"/>
              <a:t> </a:t>
            </a:r>
            <a:r>
              <a:rPr lang="en-US" sz="2000" dirty="0">
                <a:solidFill>
                  <a:schemeClr val="accent1"/>
                </a:solidFill>
              </a:rPr>
              <a:t>BOB-S</a:t>
            </a:r>
            <a:r>
              <a:rPr lang="en-US" sz="2000" dirty="0"/>
              <a:t> Breakout Board</a:t>
            </a:r>
          </a:p>
          <a:p>
            <a:r>
              <a:rPr lang="en-US" sz="2000" dirty="0"/>
              <a:t>RR-</a:t>
            </a:r>
            <a:r>
              <a:rPr lang="en-US" sz="2000" dirty="0" err="1"/>
              <a:t>CirKits</a:t>
            </a:r>
            <a:r>
              <a:rPr lang="en-US" sz="2000" dirty="0"/>
              <a:t> </a:t>
            </a:r>
            <a:r>
              <a:rPr lang="en-US" sz="2000" dirty="0">
                <a:solidFill>
                  <a:schemeClr val="accent1"/>
                </a:solidFill>
              </a:rPr>
              <a:t>PS-S-15-1500 Power Adapter</a:t>
            </a:r>
            <a:r>
              <a:rPr lang="en-US" sz="2000" dirty="0"/>
              <a:t> or other 12-15V DC power adapter (to power turnout motors).</a:t>
            </a:r>
          </a:p>
          <a:p>
            <a:r>
              <a:rPr lang="en-US" sz="2000" dirty="0"/>
              <a:t>Model Railroad Control Systems </a:t>
            </a:r>
            <a:r>
              <a:rPr lang="en-US" sz="2000" dirty="0">
                <a:solidFill>
                  <a:schemeClr val="accent1"/>
                </a:solidFill>
              </a:rPr>
              <a:t>MP1</a:t>
            </a:r>
            <a:r>
              <a:rPr lang="en-US" sz="2000" dirty="0"/>
              <a:t> and/or </a:t>
            </a:r>
            <a:r>
              <a:rPr lang="en-US" sz="2000" dirty="0">
                <a:solidFill>
                  <a:schemeClr val="accent1"/>
                </a:solidFill>
              </a:rPr>
              <a:t>MP4</a:t>
            </a:r>
            <a:r>
              <a:rPr lang="en-US" sz="2000" dirty="0"/>
              <a:t> switch machine</a:t>
            </a:r>
          </a:p>
          <a:p>
            <a:r>
              <a:rPr lang="en-US" sz="2000" dirty="0"/>
              <a:t>10-in Ribbon cable</a:t>
            </a:r>
          </a:p>
          <a:p>
            <a:r>
              <a:rPr lang="en-US" sz="2000" dirty="0"/>
              <a:t>AWG 22 or 24 wire (Cat5 twisted pair works!)</a:t>
            </a:r>
          </a:p>
          <a:p>
            <a:endParaRPr lang="en-US" sz="2000" dirty="0"/>
          </a:p>
          <a:p>
            <a:endParaRPr lang="en-US" dirty="0"/>
          </a:p>
        </p:txBody>
      </p:sp>
      <p:sp>
        <p:nvSpPr>
          <p:cNvPr id="9" name="Content Placeholder 8">
            <a:extLst>
              <a:ext uri="{FF2B5EF4-FFF2-40B4-BE49-F238E27FC236}">
                <a16:creationId xmlns:a16="http://schemas.microsoft.com/office/drawing/2014/main" id="{0C630980-0008-7FD2-5B98-047D6C2CF1B2}"/>
              </a:ext>
            </a:extLst>
          </p:cNvPr>
          <p:cNvSpPr>
            <a:spLocks noGrp="1"/>
          </p:cNvSpPr>
          <p:nvPr>
            <p:ph sz="half" idx="2"/>
          </p:nvPr>
        </p:nvSpPr>
        <p:spPr>
          <a:xfrm>
            <a:off x="5975405" y="847614"/>
            <a:ext cx="5181600" cy="5464671"/>
          </a:xfrm>
        </p:spPr>
        <p:txBody>
          <a:bodyPr/>
          <a:lstStyle/>
          <a:p>
            <a:pPr marL="0" indent="0">
              <a:buNone/>
            </a:pPr>
            <a:r>
              <a:rPr lang="en-US" sz="2000" dirty="0"/>
              <a:t>This recipe assumes you are ONLY using JMRI panels to control your turnouts. It also assumes you can create a JMRI panel.</a:t>
            </a:r>
          </a:p>
          <a:p>
            <a:pPr marL="0" indent="0">
              <a:buNone/>
            </a:pPr>
            <a:r>
              <a:rPr lang="en-US" sz="2000" dirty="0"/>
              <a:t>Tower LCC versions:</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JMRI / Java:</a:t>
            </a:r>
          </a:p>
          <a:p>
            <a:pPr marL="0" indent="0">
              <a:buNone/>
            </a:pPr>
            <a:r>
              <a:rPr lang="en-US" sz="2000" dirty="0"/>
              <a:t> </a:t>
            </a:r>
          </a:p>
          <a:p>
            <a:endParaRPr lang="en-US" dirty="0"/>
          </a:p>
        </p:txBody>
      </p:sp>
      <p:sp>
        <p:nvSpPr>
          <p:cNvPr id="5" name="Date Placeholder 4">
            <a:extLst>
              <a:ext uri="{FF2B5EF4-FFF2-40B4-BE49-F238E27FC236}">
                <a16:creationId xmlns:a16="http://schemas.microsoft.com/office/drawing/2014/main" id="{61148A60-F294-94B8-5B31-A653BBA9F3F9}"/>
              </a:ext>
            </a:extLst>
          </p:cNvPr>
          <p:cNvSpPr>
            <a:spLocks noGrp="1"/>
          </p:cNvSpPr>
          <p:nvPr>
            <p:ph type="dt" sz="half" idx="10"/>
          </p:nvPr>
        </p:nvSpPr>
        <p:spPr/>
        <p:txBody>
          <a:bodyPr/>
          <a:lstStyle/>
          <a:p>
            <a:fld id="{BF8F3927-446A-4077-81F3-2C317447B7DA}" type="datetime1">
              <a:rPr lang="en-US" smtClean="0"/>
              <a:t>10/9/2024</a:t>
            </a:fld>
            <a:endParaRPr lang="en-US"/>
          </a:p>
        </p:txBody>
      </p:sp>
      <p:sp>
        <p:nvSpPr>
          <p:cNvPr id="6" name="Slide Number Placeholder 5">
            <a:extLst>
              <a:ext uri="{FF2B5EF4-FFF2-40B4-BE49-F238E27FC236}">
                <a16:creationId xmlns:a16="http://schemas.microsoft.com/office/drawing/2014/main" id="{916CE29A-5C59-485E-E703-5AE778DFDB89}"/>
              </a:ext>
            </a:extLst>
          </p:cNvPr>
          <p:cNvSpPr>
            <a:spLocks noGrp="1"/>
          </p:cNvSpPr>
          <p:nvPr>
            <p:ph type="sldNum" sz="quarter" idx="12"/>
          </p:nvPr>
        </p:nvSpPr>
        <p:spPr/>
        <p:txBody>
          <a:bodyPr/>
          <a:lstStyle/>
          <a:p>
            <a:fld id="{941EB08D-85F9-4086-BDAD-9823B90CC220}" type="slidenum">
              <a:rPr lang="en-US" smtClean="0"/>
              <a:t>12</a:t>
            </a:fld>
            <a:endParaRPr lang="en-US"/>
          </a:p>
        </p:txBody>
      </p:sp>
      <p:sp>
        <p:nvSpPr>
          <p:cNvPr id="10" name="TextBox 9">
            <a:extLst>
              <a:ext uri="{FF2B5EF4-FFF2-40B4-BE49-F238E27FC236}">
                <a16:creationId xmlns:a16="http://schemas.microsoft.com/office/drawing/2014/main" id="{83C3AF5E-8931-14C4-F672-A6D4B1DEEE5E}"/>
              </a:ext>
            </a:extLst>
          </p:cNvPr>
          <p:cNvSpPr txBox="1"/>
          <p:nvPr/>
        </p:nvSpPr>
        <p:spPr>
          <a:xfrm>
            <a:off x="1989226" y="6400412"/>
            <a:ext cx="8200847" cy="276999"/>
          </a:xfrm>
          <a:prstGeom prst="rect">
            <a:avLst/>
          </a:prstGeom>
          <a:noFill/>
        </p:spPr>
        <p:txBody>
          <a:bodyPr wrap="square">
            <a:spAutoFit/>
          </a:bodyPr>
          <a:lstStyle/>
          <a:p>
            <a:r>
              <a:rPr lang="en-US" sz="1200" dirty="0"/>
              <a:t>Using </a:t>
            </a:r>
            <a:r>
              <a:rPr lang="en-US" sz="1200" dirty="0">
                <a:solidFill>
                  <a:schemeClr val="accent1"/>
                </a:solidFill>
              </a:rPr>
              <a:t>Tower LCC</a:t>
            </a:r>
            <a:r>
              <a:rPr lang="en-US" sz="1200" dirty="0"/>
              <a:t> &gt; </a:t>
            </a:r>
            <a:r>
              <a:rPr lang="en-US" sz="1200" dirty="0">
                <a:solidFill>
                  <a:schemeClr val="accent1"/>
                </a:solidFill>
              </a:rPr>
              <a:t>SMD-8</a:t>
            </a:r>
            <a:r>
              <a:rPr lang="en-US" sz="1200" dirty="0"/>
              <a:t> boards &gt; BOB-S breakout board to MP1/MP4, controlled using JMRI panels</a:t>
            </a:r>
          </a:p>
        </p:txBody>
      </p:sp>
      <p:pic>
        <p:nvPicPr>
          <p:cNvPr id="2" name="Picture 1">
            <a:extLst>
              <a:ext uri="{FF2B5EF4-FFF2-40B4-BE49-F238E27FC236}">
                <a16:creationId xmlns:a16="http://schemas.microsoft.com/office/drawing/2014/main" id="{6147A8B3-E8DF-C245-652F-D9ACE3598142}"/>
              </a:ext>
            </a:extLst>
          </p:cNvPr>
          <p:cNvPicPr>
            <a:picLocks noChangeAspect="1"/>
          </p:cNvPicPr>
          <p:nvPr/>
        </p:nvPicPr>
        <p:blipFill>
          <a:blip r:embed="rId2"/>
          <a:stretch>
            <a:fillRect/>
          </a:stretch>
        </p:blipFill>
        <p:spPr>
          <a:xfrm>
            <a:off x="8684416" y="1796110"/>
            <a:ext cx="2178639" cy="1127319"/>
          </a:xfrm>
          <a:prstGeom prst="rect">
            <a:avLst/>
          </a:prstGeom>
        </p:spPr>
      </p:pic>
      <p:pic>
        <p:nvPicPr>
          <p:cNvPr id="3" name="Picture 2">
            <a:extLst>
              <a:ext uri="{FF2B5EF4-FFF2-40B4-BE49-F238E27FC236}">
                <a16:creationId xmlns:a16="http://schemas.microsoft.com/office/drawing/2014/main" id="{7E98C1C2-370A-6FE6-747C-E46E493AEFA3}"/>
              </a:ext>
            </a:extLst>
          </p:cNvPr>
          <p:cNvPicPr>
            <a:picLocks noChangeAspect="1"/>
          </p:cNvPicPr>
          <p:nvPr/>
        </p:nvPicPr>
        <p:blipFill>
          <a:blip r:embed="rId3"/>
          <a:stretch>
            <a:fillRect/>
          </a:stretch>
        </p:blipFill>
        <p:spPr>
          <a:xfrm>
            <a:off x="8684416" y="2967490"/>
            <a:ext cx="2178639" cy="911471"/>
          </a:xfrm>
          <a:prstGeom prst="rect">
            <a:avLst/>
          </a:prstGeom>
        </p:spPr>
      </p:pic>
      <p:pic>
        <p:nvPicPr>
          <p:cNvPr id="4" name="Picture 3">
            <a:extLst>
              <a:ext uri="{FF2B5EF4-FFF2-40B4-BE49-F238E27FC236}">
                <a16:creationId xmlns:a16="http://schemas.microsoft.com/office/drawing/2014/main" id="{8CB7C018-5EF6-020A-40F8-3417DBF74033}"/>
              </a:ext>
            </a:extLst>
          </p:cNvPr>
          <p:cNvPicPr>
            <a:picLocks noChangeAspect="1"/>
          </p:cNvPicPr>
          <p:nvPr/>
        </p:nvPicPr>
        <p:blipFill>
          <a:blip r:embed="rId4"/>
          <a:stretch>
            <a:fillRect/>
          </a:stretch>
        </p:blipFill>
        <p:spPr>
          <a:xfrm>
            <a:off x="8684416" y="3923022"/>
            <a:ext cx="2178639" cy="964502"/>
          </a:xfrm>
          <a:prstGeom prst="rect">
            <a:avLst/>
          </a:prstGeom>
        </p:spPr>
      </p:pic>
      <p:pic>
        <p:nvPicPr>
          <p:cNvPr id="12" name="Picture 11">
            <a:extLst>
              <a:ext uri="{FF2B5EF4-FFF2-40B4-BE49-F238E27FC236}">
                <a16:creationId xmlns:a16="http://schemas.microsoft.com/office/drawing/2014/main" id="{673A6E9C-4C8A-ADCC-DF59-069B562AEEDC}"/>
              </a:ext>
            </a:extLst>
          </p:cNvPr>
          <p:cNvPicPr>
            <a:picLocks noChangeAspect="1"/>
          </p:cNvPicPr>
          <p:nvPr/>
        </p:nvPicPr>
        <p:blipFill>
          <a:blip r:embed="rId5"/>
          <a:stretch>
            <a:fillRect/>
          </a:stretch>
        </p:blipFill>
        <p:spPr>
          <a:xfrm>
            <a:off x="8224960" y="5099904"/>
            <a:ext cx="2638095" cy="1000000"/>
          </a:xfrm>
          <a:prstGeom prst="rect">
            <a:avLst/>
          </a:prstGeom>
        </p:spPr>
      </p:pic>
    </p:spTree>
    <p:extLst>
      <p:ext uri="{BB962C8B-B14F-4D97-AF65-F5344CB8AC3E}">
        <p14:creationId xmlns:p14="http://schemas.microsoft.com/office/powerpoint/2010/main" val="1434120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D6AA-3288-0A95-544C-143F87DBB007}"/>
              </a:ext>
            </a:extLst>
          </p:cNvPr>
          <p:cNvSpPr>
            <a:spLocks noGrp="1"/>
          </p:cNvSpPr>
          <p:nvPr>
            <p:ph type="title"/>
          </p:nvPr>
        </p:nvSpPr>
        <p:spPr>
          <a:xfrm>
            <a:off x="838200" y="365126"/>
            <a:ext cx="10515600" cy="871492"/>
          </a:xfrm>
        </p:spPr>
        <p:txBody>
          <a:bodyPr>
            <a:noAutofit/>
          </a:bodyPr>
          <a:lstStyle/>
          <a:p>
            <a:r>
              <a:rPr lang="en-US" sz="3200" dirty="0"/>
              <a:t>Using Tower LCC and SMD-8 boards for MP1 turnout machines</a:t>
            </a:r>
          </a:p>
        </p:txBody>
      </p:sp>
      <p:pic>
        <p:nvPicPr>
          <p:cNvPr id="2052" name="Picture 4">
            <a:extLst>
              <a:ext uri="{FF2B5EF4-FFF2-40B4-BE49-F238E27FC236}">
                <a16:creationId xmlns:a16="http://schemas.microsoft.com/office/drawing/2014/main" id="{DC4DF671-0735-84A9-32C2-D197ABE295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5530482" y="2271571"/>
            <a:ext cx="3353040" cy="196121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EAD8CBD1-2D55-C765-E2A6-C574D398A86C}"/>
              </a:ext>
            </a:extLst>
          </p:cNvPr>
          <p:cNvPicPr>
            <a:picLocks noChangeAspect="1"/>
          </p:cNvPicPr>
          <p:nvPr/>
        </p:nvPicPr>
        <p:blipFill>
          <a:blip r:embed="rId3"/>
          <a:stretch>
            <a:fillRect/>
          </a:stretch>
        </p:blipFill>
        <p:spPr>
          <a:xfrm rot="5400000">
            <a:off x="2644693" y="2348631"/>
            <a:ext cx="3353038" cy="1807089"/>
          </a:xfrm>
          <a:prstGeom prst="rect">
            <a:avLst/>
          </a:prstGeom>
        </p:spPr>
      </p:pic>
      <p:sp>
        <p:nvSpPr>
          <p:cNvPr id="13" name="Rectangle 12">
            <a:extLst>
              <a:ext uri="{FF2B5EF4-FFF2-40B4-BE49-F238E27FC236}">
                <a16:creationId xmlns:a16="http://schemas.microsoft.com/office/drawing/2014/main" id="{E443A942-7DAC-FDAD-FD7D-888C281BC46D}"/>
              </a:ext>
            </a:extLst>
          </p:cNvPr>
          <p:cNvSpPr/>
          <p:nvPr/>
        </p:nvSpPr>
        <p:spPr>
          <a:xfrm rot="19547165">
            <a:off x="3926226" y="2587769"/>
            <a:ext cx="3219846" cy="24430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10 pin Ribbon Cable</a:t>
            </a:r>
          </a:p>
        </p:txBody>
      </p:sp>
      <p:cxnSp>
        <p:nvCxnSpPr>
          <p:cNvPr id="19" name="Straight Connector 18">
            <a:extLst>
              <a:ext uri="{FF2B5EF4-FFF2-40B4-BE49-F238E27FC236}">
                <a16:creationId xmlns:a16="http://schemas.microsoft.com/office/drawing/2014/main" id="{9BE3DDBF-7579-A2CF-F396-974DA5D67CA1}"/>
              </a:ext>
            </a:extLst>
          </p:cNvPr>
          <p:cNvCxnSpPr/>
          <p:nvPr/>
        </p:nvCxnSpPr>
        <p:spPr>
          <a:xfrm flipV="1">
            <a:off x="4136148" y="1703673"/>
            <a:ext cx="2646234" cy="179721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D87CFC10-EE76-8179-10E6-60A2696247FA}"/>
              </a:ext>
            </a:extLst>
          </p:cNvPr>
          <p:cNvSpPr txBox="1"/>
          <p:nvPr/>
        </p:nvSpPr>
        <p:spPr>
          <a:xfrm>
            <a:off x="3324993" y="4891819"/>
            <a:ext cx="2147552" cy="954107"/>
          </a:xfrm>
          <a:prstGeom prst="rect">
            <a:avLst/>
          </a:prstGeom>
          <a:noFill/>
        </p:spPr>
        <p:txBody>
          <a:bodyPr wrap="square" rtlCol="0">
            <a:spAutoFit/>
          </a:bodyPr>
          <a:lstStyle/>
          <a:p>
            <a:r>
              <a:rPr lang="en-US" sz="1400" dirty="0">
                <a:solidFill>
                  <a:schemeClr val="accent1"/>
                </a:solidFill>
              </a:rPr>
              <a:t>Tower LCC Board</a:t>
            </a:r>
          </a:p>
          <a:p>
            <a:r>
              <a:rPr lang="en-US" sz="1400" dirty="0"/>
              <a:t>Supports 8 or 16 turnouts. Use the bottom I/O port for a 2</a:t>
            </a:r>
            <a:r>
              <a:rPr lang="en-US" sz="1400" baseline="30000" dirty="0"/>
              <a:t>nd</a:t>
            </a:r>
            <a:r>
              <a:rPr lang="en-US" sz="1400" dirty="0"/>
              <a:t> SMD-8 board.</a:t>
            </a:r>
          </a:p>
        </p:txBody>
      </p:sp>
      <p:sp>
        <p:nvSpPr>
          <p:cNvPr id="47" name="TextBox 46">
            <a:extLst>
              <a:ext uri="{FF2B5EF4-FFF2-40B4-BE49-F238E27FC236}">
                <a16:creationId xmlns:a16="http://schemas.microsoft.com/office/drawing/2014/main" id="{A0C02E39-43BB-190A-638A-A04374924EA7}"/>
              </a:ext>
            </a:extLst>
          </p:cNvPr>
          <p:cNvSpPr txBox="1"/>
          <p:nvPr/>
        </p:nvSpPr>
        <p:spPr>
          <a:xfrm>
            <a:off x="9223482" y="4891819"/>
            <a:ext cx="2324282" cy="1169551"/>
          </a:xfrm>
          <a:prstGeom prst="rect">
            <a:avLst/>
          </a:prstGeom>
          <a:noFill/>
        </p:spPr>
        <p:txBody>
          <a:bodyPr wrap="square" rtlCol="0">
            <a:spAutoFit/>
          </a:bodyPr>
          <a:lstStyle/>
          <a:p>
            <a:r>
              <a:rPr lang="en-US" sz="1400" dirty="0">
                <a:solidFill>
                  <a:schemeClr val="accent1"/>
                </a:solidFill>
              </a:rPr>
              <a:t>PS-S-15-1500 Power Adapter</a:t>
            </a:r>
          </a:p>
          <a:p>
            <a:r>
              <a:rPr lang="en-US" sz="1400" dirty="0"/>
              <a:t>Cut the end off and insert into the two screw terminals.</a:t>
            </a:r>
          </a:p>
          <a:p>
            <a:r>
              <a:rPr lang="en-US" sz="1400" dirty="0"/>
              <a:t>The power adapter is used to power the turnout motors.</a:t>
            </a:r>
          </a:p>
        </p:txBody>
      </p:sp>
      <p:pic>
        <p:nvPicPr>
          <p:cNvPr id="4" name="Picture 3">
            <a:extLst>
              <a:ext uri="{FF2B5EF4-FFF2-40B4-BE49-F238E27FC236}">
                <a16:creationId xmlns:a16="http://schemas.microsoft.com/office/drawing/2014/main" id="{249EEDE6-71A4-AD75-7506-24947AFE0223}"/>
              </a:ext>
            </a:extLst>
          </p:cNvPr>
          <p:cNvPicPr>
            <a:picLocks noChangeAspect="1"/>
          </p:cNvPicPr>
          <p:nvPr/>
        </p:nvPicPr>
        <p:blipFill>
          <a:blip r:embed="rId4"/>
          <a:stretch>
            <a:fillRect/>
          </a:stretch>
        </p:blipFill>
        <p:spPr>
          <a:xfrm>
            <a:off x="9091279" y="2954123"/>
            <a:ext cx="1660966" cy="1946610"/>
          </a:xfrm>
          <a:prstGeom prst="rect">
            <a:avLst/>
          </a:prstGeom>
        </p:spPr>
      </p:pic>
      <p:sp>
        <p:nvSpPr>
          <p:cNvPr id="9" name="Rectangle 8">
            <a:extLst>
              <a:ext uri="{FF2B5EF4-FFF2-40B4-BE49-F238E27FC236}">
                <a16:creationId xmlns:a16="http://schemas.microsoft.com/office/drawing/2014/main" id="{EA8DD0C0-D446-D875-6BAC-C36AAE92B520}"/>
              </a:ext>
            </a:extLst>
          </p:cNvPr>
          <p:cNvSpPr/>
          <p:nvPr/>
        </p:nvSpPr>
        <p:spPr>
          <a:xfrm>
            <a:off x="8089640" y="4108270"/>
            <a:ext cx="1221048" cy="7186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rPr>
              <a:t>White wire</a:t>
            </a:r>
          </a:p>
        </p:txBody>
      </p:sp>
      <p:sp>
        <p:nvSpPr>
          <p:cNvPr id="15" name="Rectangle 14">
            <a:extLst>
              <a:ext uri="{FF2B5EF4-FFF2-40B4-BE49-F238E27FC236}">
                <a16:creationId xmlns:a16="http://schemas.microsoft.com/office/drawing/2014/main" id="{C2480F08-8C66-D36C-17C2-C80D487571D4}"/>
              </a:ext>
            </a:extLst>
          </p:cNvPr>
          <p:cNvSpPr/>
          <p:nvPr/>
        </p:nvSpPr>
        <p:spPr>
          <a:xfrm>
            <a:off x="8089640" y="4253526"/>
            <a:ext cx="1221048" cy="71865"/>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rPr>
              <a:t>Red wire</a:t>
            </a:r>
          </a:p>
        </p:txBody>
      </p:sp>
      <p:sp>
        <p:nvSpPr>
          <p:cNvPr id="16" name="TextBox 15">
            <a:extLst>
              <a:ext uri="{FF2B5EF4-FFF2-40B4-BE49-F238E27FC236}">
                <a16:creationId xmlns:a16="http://schemas.microsoft.com/office/drawing/2014/main" id="{18E83F15-B2BF-AB06-41AD-02E566562C26}"/>
              </a:ext>
            </a:extLst>
          </p:cNvPr>
          <p:cNvSpPr txBox="1"/>
          <p:nvPr/>
        </p:nvSpPr>
        <p:spPr>
          <a:xfrm>
            <a:off x="6226396" y="4891819"/>
            <a:ext cx="1531088" cy="738664"/>
          </a:xfrm>
          <a:prstGeom prst="rect">
            <a:avLst/>
          </a:prstGeom>
          <a:noFill/>
        </p:spPr>
        <p:txBody>
          <a:bodyPr wrap="square" rtlCol="0">
            <a:spAutoFit/>
          </a:bodyPr>
          <a:lstStyle/>
          <a:p>
            <a:r>
              <a:rPr lang="en-US" sz="1400" dirty="0">
                <a:solidFill>
                  <a:schemeClr val="accent1"/>
                </a:solidFill>
              </a:rPr>
              <a:t>SMD-8 Board</a:t>
            </a:r>
          </a:p>
          <a:p>
            <a:r>
              <a:rPr lang="en-US" sz="1400" dirty="0"/>
              <a:t>Supports 8 turnouts</a:t>
            </a:r>
          </a:p>
        </p:txBody>
      </p:sp>
      <p:sp>
        <p:nvSpPr>
          <p:cNvPr id="3" name="Date Placeholder 2">
            <a:extLst>
              <a:ext uri="{FF2B5EF4-FFF2-40B4-BE49-F238E27FC236}">
                <a16:creationId xmlns:a16="http://schemas.microsoft.com/office/drawing/2014/main" id="{76CEA4FE-D02D-E5DE-EEFA-E1F6D34232FD}"/>
              </a:ext>
            </a:extLst>
          </p:cNvPr>
          <p:cNvSpPr>
            <a:spLocks noGrp="1"/>
          </p:cNvSpPr>
          <p:nvPr>
            <p:ph type="dt" sz="half" idx="10"/>
          </p:nvPr>
        </p:nvSpPr>
        <p:spPr/>
        <p:txBody>
          <a:bodyPr/>
          <a:lstStyle/>
          <a:p>
            <a:fld id="{9C37A361-960F-4AC3-A240-1C042D9D2253}" type="datetime1">
              <a:rPr lang="en-US" smtClean="0"/>
              <a:t>10/9/2024</a:t>
            </a:fld>
            <a:endParaRPr lang="en-US" dirty="0"/>
          </a:p>
        </p:txBody>
      </p:sp>
      <p:sp>
        <p:nvSpPr>
          <p:cNvPr id="6" name="Slide Number Placeholder 5">
            <a:extLst>
              <a:ext uri="{FF2B5EF4-FFF2-40B4-BE49-F238E27FC236}">
                <a16:creationId xmlns:a16="http://schemas.microsoft.com/office/drawing/2014/main" id="{C52A3441-9557-7709-DD39-A52F86FCC0DC}"/>
              </a:ext>
            </a:extLst>
          </p:cNvPr>
          <p:cNvSpPr>
            <a:spLocks noGrp="1"/>
          </p:cNvSpPr>
          <p:nvPr>
            <p:ph type="sldNum" sz="quarter" idx="12"/>
          </p:nvPr>
        </p:nvSpPr>
        <p:spPr/>
        <p:txBody>
          <a:bodyPr/>
          <a:lstStyle/>
          <a:p>
            <a:fld id="{941EB08D-85F9-4086-BDAD-9823B90CC220}" type="slidenum">
              <a:rPr lang="en-US" smtClean="0"/>
              <a:t>13</a:t>
            </a:fld>
            <a:endParaRPr lang="en-US"/>
          </a:p>
        </p:txBody>
      </p:sp>
      <p:sp>
        <p:nvSpPr>
          <p:cNvPr id="7" name="TextBox 6">
            <a:extLst>
              <a:ext uri="{FF2B5EF4-FFF2-40B4-BE49-F238E27FC236}">
                <a16:creationId xmlns:a16="http://schemas.microsoft.com/office/drawing/2014/main" id="{F1F17AC0-22B1-D84E-650E-4292147A71B6}"/>
              </a:ext>
            </a:extLst>
          </p:cNvPr>
          <p:cNvSpPr txBox="1"/>
          <p:nvPr/>
        </p:nvSpPr>
        <p:spPr>
          <a:xfrm>
            <a:off x="959153" y="1475499"/>
            <a:ext cx="2118052" cy="3416320"/>
          </a:xfrm>
          <a:prstGeom prst="rect">
            <a:avLst/>
          </a:prstGeom>
          <a:noFill/>
        </p:spPr>
        <p:txBody>
          <a:bodyPr wrap="square" rtlCol="0">
            <a:spAutoFit/>
          </a:bodyPr>
          <a:lstStyle/>
          <a:p>
            <a:r>
              <a:rPr lang="en-US" dirty="0"/>
              <a:t>MP1, MP4, and MP5 switch machines require the SMD-8 (other other) I/O daughter boards. The daughter boards allow you to connect a 12V or 15V power adapter to supply power to a set of switch machines.</a:t>
            </a:r>
          </a:p>
        </p:txBody>
      </p:sp>
      <p:sp>
        <p:nvSpPr>
          <p:cNvPr id="8" name="TextBox 7">
            <a:extLst>
              <a:ext uri="{FF2B5EF4-FFF2-40B4-BE49-F238E27FC236}">
                <a16:creationId xmlns:a16="http://schemas.microsoft.com/office/drawing/2014/main" id="{8CD8386F-62EC-DAF8-3E8E-994E07BA2AA2}"/>
              </a:ext>
            </a:extLst>
          </p:cNvPr>
          <p:cNvSpPr txBox="1"/>
          <p:nvPr/>
        </p:nvSpPr>
        <p:spPr>
          <a:xfrm>
            <a:off x="1989226" y="6400412"/>
            <a:ext cx="8200847" cy="276999"/>
          </a:xfrm>
          <a:prstGeom prst="rect">
            <a:avLst/>
          </a:prstGeom>
          <a:noFill/>
        </p:spPr>
        <p:txBody>
          <a:bodyPr wrap="square">
            <a:spAutoFit/>
          </a:bodyPr>
          <a:lstStyle/>
          <a:p>
            <a:r>
              <a:rPr lang="en-US" sz="1200" dirty="0"/>
              <a:t>Using </a:t>
            </a:r>
            <a:r>
              <a:rPr lang="en-US" sz="1200" dirty="0">
                <a:solidFill>
                  <a:schemeClr val="accent1"/>
                </a:solidFill>
              </a:rPr>
              <a:t>Tower LCC</a:t>
            </a:r>
            <a:r>
              <a:rPr lang="en-US" sz="1200" dirty="0"/>
              <a:t> &gt; </a:t>
            </a:r>
            <a:r>
              <a:rPr lang="en-US" sz="1200" dirty="0">
                <a:solidFill>
                  <a:schemeClr val="accent1"/>
                </a:solidFill>
              </a:rPr>
              <a:t>SMD-8</a:t>
            </a:r>
            <a:r>
              <a:rPr lang="en-US" sz="1200" dirty="0"/>
              <a:t> boards &gt; BOB-S breakout board to MP1/MP4, controlled using JMRI panels</a:t>
            </a:r>
          </a:p>
        </p:txBody>
      </p:sp>
    </p:spTree>
    <p:extLst>
      <p:ext uri="{BB962C8B-B14F-4D97-AF65-F5344CB8AC3E}">
        <p14:creationId xmlns:p14="http://schemas.microsoft.com/office/powerpoint/2010/main" val="2583557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D6AA-3288-0A95-544C-143F87DBB007}"/>
              </a:ext>
            </a:extLst>
          </p:cNvPr>
          <p:cNvSpPr>
            <a:spLocks noGrp="1"/>
          </p:cNvSpPr>
          <p:nvPr>
            <p:ph type="title"/>
          </p:nvPr>
        </p:nvSpPr>
        <p:spPr>
          <a:xfrm>
            <a:off x="838200" y="365126"/>
            <a:ext cx="10515600" cy="871492"/>
          </a:xfrm>
        </p:spPr>
        <p:txBody>
          <a:bodyPr>
            <a:noAutofit/>
          </a:bodyPr>
          <a:lstStyle/>
          <a:p>
            <a:r>
              <a:rPr lang="en-US" sz="3600" dirty="0"/>
              <a:t>Connecting SMD-8 boards to </a:t>
            </a:r>
            <a:r>
              <a:rPr lang="en-US" sz="3600" dirty="0" err="1"/>
              <a:t>Quik</a:t>
            </a:r>
            <a:r>
              <a:rPr lang="en-US" sz="3600" dirty="0"/>
              <a:t>-Link or BOB-S</a:t>
            </a:r>
          </a:p>
        </p:txBody>
      </p:sp>
      <p:pic>
        <p:nvPicPr>
          <p:cNvPr id="2052" name="Picture 4">
            <a:extLst>
              <a:ext uri="{FF2B5EF4-FFF2-40B4-BE49-F238E27FC236}">
                <a16:creationId xmlns:a16="http://schemas.microsoft.com/office/drawing/2014/main" id="{DC4DF671-0735-84A9-32C2-D197ABE295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2253886" y="2169916"/>
            <a:ext cx="3353040" cy="196121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EAD8CBD1-2D55-C765-E2A6-C574D398A86C}"/>
              </a:ext>
            </a:extLst>
          </p:cNvPr>
          <p:cNvPicPr>
            <a:picLocks noChangeAspect="1"/>
          </p:cNvPicPr>
          <p:nvPr/>
        </p:nvPicPr>
        <p:blipFill>
          <a:blip r:embed="rId3"/>
          <a:stretch>
            <a:fillRect/>
          </a:stretch>
        </p:blipFill>
        <p:spPr>
          <a:xfrm rot="5400000">
            <a:off x="-403307" y="2512324"/>
            <a:ext cx="3353038" cy="1807089"/>
          </a:xfrm>
          <a:prstGeom prst="rect">
            <a:avLst/>
          </a:prstGeom>
        </p:spPr>
      </p:pic>
      <p:grpSp>
        <p:nvGrpSpPr>
          <p:cNvPr id="2072" name="Group 2071">
            <a:extLst>
              <a:ext uri="{FF2B5EF4-FFF2-40B4-BE49-F238E27FC236}">
                <a16:creationId xmlns:a16="http://schemas.microsoft.com/office/drawing/2014/main" id="{F32AFC05-8EBD-F10B-A580-C2F8FF84DC3A}"/>
              </a:ext>
            </a:extLst>
          </p:cNvPr>
          <p:cNvGrpSpPr/>
          <p:nvPr/>
        </p:nvGrpSpPr>
        <p:grpSpPr>
          <a:xfrm rot="21142012">
            <a:off x="770005" y="1728102"/>
            <a:ext cx="3219846" cy="1797214"/>
            <a:chOff x="870932" y="1829797"/>
            <a:chExt cx="3219846" cy="1797214"/>
          </a:xfrm>
        </p:grpSpPr>
        <p:sp>
          <p:nvSpPr>
            <p:cNvPr id="13" name="Rectangle 12">
              <a:extLst>
                <a:ext uri="{FF2B5EF4-FFF2-40B4-BE49-F238E27FC236}">
                  <a16:creationId xmlns:a16="http://schemas.microsoft.com/office/drawing/2014/main" id="{E443A942-7DAC-FDAD-FD7D-888C281BC46D}"/>
                </a:ext>
              </a:extLst>
            </p:cNvPr>
            <p:cNvSpPr/>
            <p:nvPr/>
          </p:nvSpPr>
          <p:spPr>
            <a:xfrm rot="19547165">
              <a:off x="870932" y="2713893"/>
              <a:ext cx="3219846" cy="24430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10 pin Ribbon Cable</a:t>
              </a:r>
            </a:p>
          </p:txBody>
        </p:sp>
        <p:cxnSp>
          <p:nvCxnSpPr>
            <p:cNvPr id="19" name="Straight Connector 18">
              <a:extLst>
                <a:ext uri="{FF2B5EF4-FFF2-40B4-BE49-F238E27FC236}">
                  <a16:creationId xmlns:a16="http://schemas.microsoft.com/office/drawing/2014/main" id="{9BE3DDBF-7579-A2CF-F396-974DA5D67CA1}"/>
                </a:ext>
              </a:extLst>
            </p:cNvPr>
            <p:cNvCxnSpPr/>
            <p:nvPr/>
          </p:nvCxnSpPr>
          <p:spPr>
            <a:xfrm flipV="1">
              <a:off x="1083710" y="1829797"/>
              <a:ext cx="2646234" cy="179721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45" name="Picture 44">
            <a:extLst>
              <a:ext uri="{FF2B5EF4-FFF2-40B4-BE49-F238E27FC236}">
                <a16:creationId xmlns:a16="http://schemas.microsoft.com/office/drawing/2014/main" id="{5FA6EDB0-FB1A-831B-3545-1FDD19448CF3}"/>
              </a:ext>
            </a:extLst>
          </p:cNvPr>
          <p:cNvPicPr>
            <a:picLocks noChangeAspect="1"/>
          </p:cNvPicPr>
          <p:nvPr/>
        </p:nvPicPr>
        <p:blipFill>
          <a:blip r:embed="rId4"/>
          <a:stretch>
            <a:fillRect/>
          </a:stretch>
        </p:blipFill>
        <p:spPr>
          <a:xfrm rot="16200000" flipH="1" flipV="1">
            <a:off x="5022164" y="3380548"/>
            <a:ext cx="1912610" cy="334318"/>
          </a:xfrm>
          <a:prstGeom prst="rect">
            <a:avLst/>
          </a:prstGeom>
        </p:spPr>
      </p:pic>
      <p:grpSp>
        <p:nvGrpSpPr>
          <p:cNvPr id="41" name="Group 40">
            <a:extLst>
              <a:ext uri="{FF2B5EF4-FFF2-40B4-BE49-F238E27FC236}">
                <a16:creationId xmlns:a16="http://schemas.microsoft.com/office/drawing/2014/main" id="{3508117D-FDE6-CF51-3974-FFD54837564F}"/>
              </a:ext>
            </a:extLst>
          </p:cNvPr>
          <p:cNvGrpSpPr/>
          <p:nvPr/>
        </p:nvGrpSpPr>
        <p:grpSpPr>
          <a:xfrm rot="21448440">
            <a:off x="4030616" y="2888878"/>
            <a:ext cx="1998226" cy="315044"/>
            <a:chOff x="3901653" y="3161290"/>
            <a:chExt cx="1998226" cy="277801"/>
          </a:xfrm>
        </p:grpSpPr>
        <p:sp>
          <p:nvSpPr>
            <p:cNvPr id="42" name="Rectangle 41">
              <a:extLst>
                <a:ext uri="{FF2B5EF4-FFF2-40B4-BE49-F238E27FC236}">
                  <a16:creationId xmlns:a16="http://schemas.microsoft.com/office/drawing/2014/main" id="{4BEF0D55-5981-8622-A786-EA05971F5C81}"/>
                </a:ext>
              </a:extLst>
            </p:cNvPr>
            <p:cNvSpPr/>
            <p:nvPr/>
          </p:nvSpPr>
          <p:spPr>
            <a:xfrm rot="193364">
              <a:off x="3901653" y="3194787"/>
              <a:ext cx="1992013" cy="24430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10 pin Ribbon Cable</a:t>
              </a:r>
            </a:p>
          </p:txBody>
        </p:sp>
        <p:cxnSp>
          <p:nvCxnSpPr>
            <p:cNvPr id="43" name="Straight Connector 42">
              <a:extLst>
                <a:ext uri="{FF2B5EF4-FFF2-40B4-BE49-F238E27FC236}">
                  <a16:creationId xmlns:a16="http://schemas.microsoft.com/office/drawing/2014/main" id="{7020A314-ED62-2DBE-F0A4-2D98AA21E007}"/>
                </a:ext>
              </a:extLst>
            </p:cNvPr>
            <p:cNvCxnSpPr>
              <a:cxnSpLocks/>
            </p:cNvCxnSpPr>
            <p:nvPr/>
          </p:nvCxnSpPr>
          <p:spPr>
            <a:xfrm>
              <a:off x="3909042" y="3161290"/>
              <a:ext cx="1990837" cy="906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D87CFC10-EE76-8179-10E6-60A2696247FA}"/>
              </a:ext>
            </a:extLst>
          </p:cNvPr>
          <p:cNvSpPr txBox="1"/>
          <p:nvPr/>
        </p:nvSpPr>
        <p:spPr>
          <a:xfrm>
            <a:off x="474921" y="5092388"/>
            <a:ext cx="1531088" cy="738664"/>
          </a:xfrm>
          <a:prstGeom prst="rect">
            <a:avLst/>
          </a:prstGeom>
          <a:noFill/>
        </p:spPr>
        <p:txBody>
          <a:bodyPr wrap="square" rtlCol="0">
            <a:spAutoFit/>
          </a:bodyPr>
          <a:lstStyle/>
          <a:p>
            <a:r>
              <a:rPr lang="en-US" sz="1400" dirty="0">
                <a:solidFill>
                  <a:schemeClr val="accent1"/>
                </a:solidFill>
              </a:rPr>
              <a:t>Tower LCC Board</a:t>
            </a:r>
          </a:p>
          <a:p>
            <a:r>
              <a:rPr lang="en-US" sz="1400" dirty="0"/>
              <a:t>Supports 8 or 16 turnouts</a:t>
            </a:r>
          </a:p>
        </p:txBody>
      </p:sp>
      <p:sp>
        <p:nvSpPr>
          <p:cNvPr id="47" name="TextBox 46">
            <a:extLst>
              <a:ext uri="{FF2B5EF4-FFF2-40B4-BE49-F238E27FC236}">
                <a16:creationId xmlns:a16="http://schemas.microsoft.com/office/drawing/2014/main" id="{A0C02E39-43BB-190A-638A-A04374924EA7}"/>
              </a:ext>
            </a:extLst>
          </p:cNvPr>
          <p:cNvSpPr txBox="1"/>
          <p:nvPr/>
        </p:nvSpPr>
        <p:spPr>
          <a:xfrm>
            <a:off x="3259100" y="5064426"/>
            <a:ext cx="1531088" cy="738664"/>
          </a:xfrm>
          <a:prstGeom prst="rect">
            <a:avLst/>
          </a:prstGeom>
          <a:noFill/>
        </p:spPr>
        <p:txBody>
          <a:bodyPr wrap="square" rtlCol="0">
            <a:spAutoFit/>
          </a:bodyPr>
          <a:lstStyle/>
          <a:p>
            <a:r>
              <a:rPr lang="en-US" sz="1400" dirty="0">
                <a:solidFill>
                  <a:schemeClr val="accent1"/>
                </a:solidFill>
              </a:rPr>
              <a:t>SMD-8 Board</a:t>
            </a:r>
          </a:p>
          <a:p>
            <a:r>
              <a:rPr lang="en-US" sz="1400" dirty="0"/>
              <a:t>Supports 8 turnouts</a:t>
            </a:r>
          </a:p>
        </p:txBody>
      </p:sp>
      <p:cxnSp>
        <p:nvCxnSpPr>
          <p:cNvPr id="2053" name="Straight Connector 2052">
            <a:extLst>
              <a:ext uri="{FF2B5EF4-FFF2-40B4-BE49-F238E27FC236}">
                <a16:creationId xmlns:a16="http://schemas.microsoft.com/office/drawing/2014/main" id="{39417C39-923E-89DE-69C4-5A51FB52ED5F}"/>
              </a:ext>
            </a:extLst>
          </p:cNvPr>
          <p:cNvCxnSpPr>
            <a:cxnSpLocks/>
          </p:cNvCxnSpPr>
          <p:nvPr/>
        </p:nvCxnSpPr>
        <p:spPr>
          <a:xfrm flipH="1">
            <a:off x="6018215" y="4258409"/>
            <a:ext cx="1777910" cy="0"/>
          </a:xfrm>
          <a:prstGeom prst="line">
            <a:avLst/>
          </a:prstGeom>
          <a:ln w="28575">
            <a:solidFill>
              <a:schemeClr val="accent5">
                <a:lumMod val="50000"/>
              </a:schemeClr>
            </a:solidFill>
          </a:ln>
        </p:spPr>
        <p:style>
          <a:lnRef idx="1">
            <a:schemeClr val="accent6"/>
          </a:lnRef>
          <a:fillRef idx="0">
            <a:schemeClr val="accent6"/>
          </a:fillRef>
          <a:effectRef idx="0">
            <a:schemeClr val="accent6"/>
          </a:effectRef>
          <a:fontRef idx="minor">
            <a:schemeClr val="tx1"/>
          </a:fontRef>
        </p:style>
      </p:cxnSp>
      <p:cxnSp>
        <p:nvCxnSpPr>
          <p:cNvPr id="2055" name="Straight Connector 2054">
            <a:extLst>
              <a:ext uri="{FF2B5EF4-FFF2-40B4-BE49-F238E27FC236}">
                <a16:creationId xmlns:a16="http://schemas.microsoft.com/office/drawing/2014/main" id="{0FB7C802-7C96-A594-1E46-4A13B2939E7E}"/>
              </a:ext>
            </a:extLst>
          </p:cNvPr>
          <p:cNvCxnSpPr>
            <a:cxnSpLocks/>
          </p:cNvCxnSpPr>
          <p:nvPr/>
        </p:nvCxnSpPr>
        <p:spPr>
          <a:xfrm flipH="1">
            <a:off x="6018215" y="4191734"/>
            <a:ext cx="1777910" cy="0"/>
          </a:xfrm>
          <a:prstGeom prst="line">
            <a:avLst/>
          </a:prstGeom>
          <a:ln w="28575">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2056" name="Straight Connector 2055">
            <a:extLst>
              <a:ext uri="{FF2B5EF4-FFF2-40B4-BE49-F238E27FC236}">
                <a16:creationId xmlns:a16="http://schemas.microsoft.com/office/drawing/2014/main" id="{1BFE6ECE-729A-C7B4-4925-4A1DCFA6DA56}"/>
              </a:ext>
            </a:extLst>
          </p:cNvPr>
          <p:cNvCxnSpPr>
            <a:cxnSpLocks/>
          </p:cNvCxnSpPr>
          <p:nvPr/>
        </p:nvCxnSpPr>
        <p:spPr>
          <a:xfrm flipH="1">
            <a:off x="6018215" y="4098865"/>
            <a:ext cx="1777910" cy="0"/>
          </a:xfrm>
          <a:prstGeom prst="line">
            <a:avLst/>
          </a:prstGeom>
          <a:ln w="28575">
            <a:solidFill>
              <a:schemeClr val="accent5">
                <a:lumMod val="75000"/>
              </a:schemeClr>
            </a:solidFill>
          </a:ln>
        </p:spPr>
        <p:style>
          <a:lnRef idx="1">
            <a:schemeClr val="accent6"/>
          </a:lnRef>
          <a:fillRef idx="0">
            <a:schemeClr val="accent6"/>
          </a:fillRef>
          <a:effectRef idx="0">
            <a:schemeClr val="accent6"/>
          </a:effectRef>
          <a:fontRef idx="minor">
            <a:schemeClr val="tx1"/>
          </a:fontRef>
        </p:style>
      </p:cxnSp>
      <p:cxnSp>
        <p:nvCxnSpPr>
          <p:cNvPr id="2057" name="Straight Connector 2056">
            <a:extLst>
              <a:ext uri="{FF2B5EF4-FFF2-40B4-BE49-F238E27FC236}">
                <a16:creationId xmlns:a16="http://schemas.microsoft.com/office/drawing/2014/main" id="{E8079210-D5DE-762F-0E92-A05852A77A64}"/>
              </a:ext>
            </a:extLst>
          </p:cNvPr>
          <p:cNvCxnSpPr>
            <a:cxnSpLocks/>
          </p:cNvCxnSpPr>
          <p:nvPr/>
        </p:nvCxnSpPr>
        <p:spPr>
          <a:xfrm flipH="1">
            <a:off x="6018215" y="4032190"/>
            <a:ext cx="1777910" cy="0"/>
          </a:xfrm>
          <a:prstGeom prst="line">
            <a:avLst/>
          </a:prstGeom>
          <a:ln w="28575">
            <a:solidFill>
              <a:schemeClr val="accent2">
                <a:lumMod val="50000"/>
              </a:schemeClr>
            </a:solidFill>
          </a:ln>
        </p:spPr>
        <p:style>
          <a:lnRef idx="1">
            <a:schemeClr val="accent6"/>
          </a:lnRef>
          <a:fillRef idx="0">
            <a:schemeClr val="accent6"/>
          </a:fillRef>
          <a:effectRef idx="0">
            <a:schemeClr val="accent6"/>
          </a:effectRef>
          <a:fontRef idx="minor">
            <a:schemeClr val="tx1"/>
          </a:fontRef>
        </p:style>
      </p:cxnSp>
      <p:cxnSp>
        <p:nvCxnSpPr>
          <p:cNvPr id="2058" name="Straight Connector 2057">
            <a:extLst>
              <a:ext uri="{FF2B5EF4-FFF2-40B4-BE49-F238E27FC236}">
                <a16:creationId xmlns:a16="http://schemas.microsoft.com/office/drawing/2014/main" id="{0CA30A4F-D745-98A5-A964-C78754E33FDB}"/>
              </a:ext>
            </a:extLst>
          </p:cNvPr>
          <p:cNvCxnSpPr>
            <a:cxnSpLocks/>
          </p:cNvCxnSpPr>
          <p:nvPr/>
        </p:nvCxnSpPr>
        <p:spPr>
          <a:xfrm flipH="1">
            <a:off x="5999165" y="3741678"/>
            <a:ext cx="1777910" cy="0"/>
          </a:xfrm>
          <a:prstGeom prst="line">
            <a:avLst/>
          </a:prstGeom>
          <a:ln w="28575">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cxnSp>
        <p:nvCxnSpPr>
          <p:cNvPr id="2059" name="Straight Connector 2058">
            <a:extLst>
              <a:ext uri="{FF2B5EF4-FFF2-40B4-BE49-F238E27FC236}">
                <a16:creationId xmlns:a16="http://schemas.microsoft.com/office/drawing/2014/main" id="{4513B003-86D6-078B-FB70-4855E9FD87BC}"/>
              </a:ext>
            </a:extLst>
          </p:cNvPr>
          <p:cNvCxnSpPr>
            <a:cxnSpLocks/>
          </p:cNvCxnSpPr>
          <p:nvPr/>
        </p:nvCxnSpPr>
        <p:spPr>
          <a:xfrm flipH="1">
            <a:off x="5999165" y="3675003"/>
            <a:ext cx="1777910" cy="0"/>
          </a:xfrm>
          <a:prstGeom prst="line">
            <a:avLst/>
          </a:prstGeom>
          <a:ln w="28575">
            <a:solidFill>
              <a:schemeClr val="accent2">
                <a:lumMod val="75000"/>
              </a:schemeClr>
            </a:solidFill>
          </a:ln>
        </p:spPr>
        <p:style>
          <a:lnRef idx="1">
            <a:schemeClr val="accent6"/>
          </a:lnRef>
          <a:fillRef idx="0">
            <a:schemeClr val="accent6"/>
          </a:fillRef>
          <a:effectRef idx="0">
            <a:schemeClr val="accent6"/>
          </a:effectRef>
          <a:fontRef idx="minor">
            <a:schemeClr val="tx1"/>
          </a:fontRef>
        </p:style>
      </p:cxnSp>
      <p:cxnSp>
        <p:nvCxnSpPr>
          <p:cNvPr id="2060" name="Straight Connector 2059">
            <a:extLst>
              <a:ext uri="{FF2B5EF4-FFF2-40B4-BE49-F238E27FC236}">
                <a16:creationId xmlns:a16="http://schemas.microsoft.com/office/drawing/2014/main" id="{1B156C50-5051-AA2B-F5F7-3A232A3CAFD5}"/>
              </a:ext>
            </a:extLst>
          </p:cNvPr>
          <p:cNvCxnSpPr>
            <a:cxnSpLocks/>
          </p:cNvCxnSpPr>
          <p:nvPr/>
        </p:nvCxnSpPr>
        <p:spPr>
          <a:xfrm flipH="1">
            <a:off x="5999165" y="3594041"/>
            <a:ext cx="1777910" cy="0"/>
          </a:xfrm>
          <a:prstGeom prst="line">
            <a:avLst/>
          </a:prstGeom>
          <a:ln w="28575">
            <a:solidFill>
              <a:schemeClr val="accent5">
                <a:lumMod val="20000"/>
                <a:lumOff val="80000"/>
              </a:schemeClr>
            </a:solidFill>
          </a:ln>
        </p:spPr>
        <p:style>
          <a:lnRef idx="1">
            <a:schemeClr val="accent6"/>
          </a:lnRef>
          <a:fillRef idx="0">
            <a:schemeClr val="accent6"/>
          </a:fillRef>
          <a:effectRef idx="0">
            <a:schemeClr val="accent6"/>
          </a:effectRef>
          <a:fontRef idx="minor">
            <a:schemeClr val="tx1"/>
          </a:fontRef>
        </p:style>
      </p:cxnSp>
      <p:cxnSp>
        <p:nvCxnSpPr>
          <p:cNvPr id="2061" name="Straight Connector 2060">
            <a:extLst>
              <a:ext uri="{FF2B5EF4-FFF2-40B4-BE49-F238E27FC236}">
                <a16:creationId xmlns:a16="http://schemas.microsoft.com/office/drawing/2014/main" id="{7F1B86C0-7F58-5743-ABC3-AAC5327CE54E}"/>
              </a:ext>
            </a:extLst>
          </p:cNvPr>
          <p:cNvCxnSpPr>
            <a:cxnSpLocks/>
          </p:cNvCxnSpPr>
          <p:nvPr/>
        </p:nvCxnSpPr>
        <p:spPr>
          <a:xfrm flipH="1">
            <a:off x="5999165" y="3527366"/>
            <a:ext cx="1777910" cy="0"/>
          </a:xfrm>
          <a:prstGeom prst="line">
            <a:avLst/>
          </a:prstGeom>
          <a:ln w="28575">
            <a:solidFill>
              <a:schemeClr val="accent2">
                <a:lumMod val="40000"/>
                <a:lumOff val="60000"/>
              </a:schemeClr>
            </a:solidFill>
          </a:ln>
        </p:spPr>
        <p:style>
          <a:lnRef idx="1">
            <a:schemeClr val="accent6"/>
          </a:lnRef>
          <a:fillRef idx="0">
            <a:schemeClr val="accent6"/>
          </a:fillRef>
          <a:effectRef idx="0">
            <a:schemeClr val="accent6"/>
          </a:effectRef>
          <a:fontRef idx="minor">
            <a:schemeClr val="tx1"/>
          </a:fontRef>
        </p:style>
      </p:cxnSp>
      <p:sp>
        <p:nvSpPr>
          <p:cNvPr id="2062" name="TextBox 2061">
            <a:extLst>
              <a:ext uri="{FF2B5EF4-FFF2-40B4-BE49-F238E27FC236}">
                <a16:creationId xmlns:a16="http://schemas.microsoft.com/office/drawing/2014/main" id="{AAA6944D-3BF9-826F-5814-5F67240E42EE}"/>
              </a:ext>
            </a:extLst>
          </p:cNvPr>
          <p:cNvSpPr txBox="1"/>
          <p:nvPr/>
        </p:nvSpPr>
        <p:spPr>
          <a:xfrm>
            <a:off x="7447170" y="3417140"/>
            <a:ext cx="1562513" cy="261610"/>
          </a:xfrm>
          <a:prstGeom prst="rect">
            <a:avLst/>
          </a:prstGeom>
          <a:noFill/>
        </p:spPr>
        <p:txBody>
          <a:bodyPr wrap="square" rtlCol="0">
            <a:spAutoFit/>
          </a:bodyPr>
          <a:lstStyle/>
          <a:p>
            <a:pPr algn="ctr"/>
            <a:r>
              <a:rPr lang="en-US" sz="1100" dirty="0"/>
              <a:t>MP1 turnout 8</a:t>
            </a:r>
          </a:p>
        </p:txBody>
      </p:sp>
      <p:sp>
        <p:nvSpPr>
          <p:cNvPr id="2063" name="TextBox 2062">
            <a:extLst>
              <a:ext uri="{FF2B5EF4-FFF2-40B4-BE49-F238E27FC236}">
                <a16:creationId xmlns:a16="http://schemas.microsoft.com/office/drawing/2014/main" id="{6965FC20-C03A-EAA5-2D9C-3D58E22B3665}"/>
              </a:ext>
            </a:extLst>
          </p:cNvPr>
          <p:cNvSpPr txBox="1"/>
          <p:nvPr/>
        </p:nvSpPr>
        <p:spPr>
          <a:xfrm>
            <a:off x="7447171" y="3575646"/>
            <a:ext cx="1562513" cy="261610"/>
          </a:xfrm>
          <a:prstGeom prst="rect">
            <a:avLst/>
          </a:prstGeom>
          <a:noFill/>
        </p:spPr>
        <p:txBody>
          <a:bodyPr wrap="square" rtlCol="0">
            <a:spAutoFit/>
          </a:bodyPr>
          <a:lstStyle/>
          <a:p>
            <a:pPr algn="ctr"/>
            <a:r>
              <a:rPr lang="en-US" sz="1100" dirty="0"/>
              <a:t>MP1 turnout 7</a:t>
            </a:r>
          </a:p>
        </p:txBody>
      </p:sp>
      <p:sp>
        <p:nvSpPr>
          <p:cNvPr id="2064" name="TextBox 2063">
            <a:extLst>
              <a:ext uri="{FF2B5EF4-FFF2-40B4-BE49-F238E27FC236}">
                <a16:creationId xmlns:a16="http://schemas.microsoft.com/office/drawing/2014/main" id="{EC2981CA-EEF7-FFC2-685D-C7F6D3017FC2}"/>
              </a:ext>
            </a:extLst>
          </p:cNvPr>
          <p:cNvSpPr txBox="1"/>
          <p:nvPr/>
        </p:nvSpPr>
        <p:spPr>
          <a:xfrm>
            <a:off x="7447172" y="3921805"/>
            <a:ext cx="1562513" cy="261610"/>
          </a:xfrm>
          <a:prstGeom prst="rect">
            <a:avLst/>
          </a:prstGeom>
          <a:noFill/>
        </p:spPr>
        <p:txBody>
          <a:bodyPr wrap="square" rtlCol="0">
            <a:spAutoFit/>
          </a:bodyPr>
          <a:lstStyle/>
          <a:p>
            <a:pPr algn="ctr"/>
            <a:r>
              <a:rPr lang="en-US" sz="1100" dirty="0"/>
              <a:t>MP1 turnout 6</a:t>
            </a:r>
          </a:p>
        </p:txBody>
      </p:sp>
      <p:sp>
        <p:nvSpPr>
          <p:cNvPr id="2065" name="TextBox 2064">
            <a:extLst>
              <a:ext uri="{FF2B5EF4-FFF2-40B4-BE49-F238E27FC236}">
                <a16:creationId xmlns:a16="http://schemas.microsoft.com/office/drawing/2014/main" id="{CDAEF418-F411-DADC-15AD-241C99899041}"/>
              </a:ext>
            </a:extLst>
          </p:cNvPr>
          <p:cNvSpPr txBox="1"/>
          <p:nvPr/>
        </p:nvSpPr>
        <p:spPr>
          <a:xfrm>
            <a:off x="7447169" y="4098865"/>
            <a:ext cx="1562513" cy="261610"/>
          </a:xfrm>
          <a:prstGeom prst="rect">
            <a:avLst/>
          </a:prstGeom>
          <a:noFill/>
        </p:spPr>
        <p:txBody>
          <a:bodyPr wrap="square" rtlCol="0">
            <a:spAutoFit/>
          </a:bodyPr>
          <a:lstStyle/>
          <a:p>
            <a:pPr algn="ctr"/>
            <a:r>
              <a:rPr lang="en-US" sz="1100" dirty="0"/>
              <a:t>MP1 turnout 5</a:t>
            </a:r>
          </a:p>
        </p:txBody>
      </p:sp>
      <p:sp>
        <p:nvSpPr>
          <p:cNvPr id="2066" name="TextBox 2065">
            <a:extLst>
              <a:ext uri="{FF2B5EF4-FFF2-40B4-BE49-F238E27FC236}">
                <a16:creationId xmlns:a16="http://schemas.microsoft.com/office/drawing/2014/main" id="{4EDBA846-A288-1DA8-F4A6-A5A29BCF5A51}"/>
              </a:ext>
            </a:extLst>
          </p:cNvPr>
          <p:cNvSpPr txBox="1"/>
          <p:nvPr/>
        </p:nvSpPr>
        <p:spPr>
          <a:xfrm>
            <a:off x="5416860" y="4522407"/>
            <a:ext cx="2314354" cy="523220"/>
          </a:xfrm>
          <a:prstGeom prst="rect">
            <a:avLst/>
          </a:prstGeom>
          <a:noFill/>
        </p:spPr>
        <p:txBody>
          <a:bodyPr wrap="square" rtlCol="0">
            <a:spAutoFit/>
          </a:bodyPr>
          <a:lstStyle/>
          <a:p>
            <a:r>
              <a:rPr lang="en-US" sz="1400" dirty="0">
                <a:solidFill>
                  <a:schemeClr val="accent1"/>
                </a:solidFill>
              </a:rPr>
              <a:t>BOB-S Break Out Board</a:t>
            </a:r>
          </a:p>
          <a:p>
            <a:r>
              <a:rPr lang="en-US" sz="1400" dirty="0"/>
              <a:t>Supports 4 turnouts</a:t>
            </a:r>
          </a:p>
        </p:txBody>
      </p:sp>
      <p:sp>
        <p:nvSpPr>
          <p:cNvPr id="2069" name="TextBox 2068">
            <a:extLst>
              <a:ext uri="{FF2B5EF4-FFF2-40B4-BE49-F238E27FC236}">
                <a16:creationId xmlns:a16="http://schemas.microsoft.com/office/drawing/2014/main" id="{B42E8B79-69EE-CA6F-A1A0-475563B3C028}"/>
              </a:ext>
            </a:extLst>
          </p:cNvPr>
          <p:cNvSpPr txBox="1"/>
          <p:nvPr/>
        </p:nvSpPr>
        <p:spPr>
          <a:xfrm>
            <a:off x="8871938" y="3227782"/>
            <a:ext cx="2885396" cy="1384995"/>
          </a:xfrm>
          <a:prstGeom prst="rect">
            <a:avLst/>
          </a:prstGeom>
          <a:noFill/>
        </p:spPr>
        <p:txBody>
          <a:bodyPr wrap="square" rtlCol="0">
            <a:spAutoFit/>
          </a:bodyPr>
          <a:lstStyle/>
          <a:p>
            <a:r>
              <a:rPr lang="en-US" sz="1400" dirty="0"/>
              <a:t>Break apart a ribbon cable or Cat-5/Cat6 cable pairs for these runs.</a:t>
            </a:r>
          </a:p>
          <a:p>
            <a:endParaRPr lang="en-US" sz="1400" dirty="0"/>
          </a:p>
          <a:p>
            <a:r>
              <a:rPr lang="en-US" sz="1400" dirty="0"/>
              <a:t>A wire from the “+” terminal daisy chains it’s way to the “(+)COM” terminal on each MP1.</a:t>
            </a:r>
          </a:p>
        </p:txBody>
      </p:sp>
      <p:sp>
        <p:nvSpPr>
          <p:cNvPr id="3" name="Date Placeholder 2">
            <a:extLst>
              <a:ext uri="{FF2B5EF4-FFF2-40B4-BE49-F238E27FC236}">
                <a16:creationId xmlns:a16="http://schemas.microsoft.com/office/drawing/2014/main" id="{37116318-AD2B-13F0-C632-56363716F6FD}"/>
              </a:ext>
            </a:extLst>
          </p:cNvPr>
          <p:cNvSpPr>
            <a:spLocks noGrp="1"/>
          </p:cNvSpPr>
          <p:nvPr>
            <p:ph type="dt" sz="half" idx="10"/>
          </p:nvPr>
        </p:nvSpPr>
        <p:spPr/>
        <p:txBody>
          <a:bodyPr/>
          <a:lstStyle/>
          <a:p>
            <a:fld id="{34562134-1682-4F05-AC7D-0B12439F8D93}" type="datetime1">
              <a:rPr lang="en-US" smtClean="0"/>
              <a:t>10/9/2024</a:t>
            </a:fld>
            <a:endParaRPr lang="en-US"/>
          </a:p>
        </p:txBody>
      </p:sp>
      <p:sp>
        <p:nvSpPr>
          <p:cNvPr id="6" name="Slide Number Placeholder 5">
            <a:extLst>
              <a:ext uri="{FF2B5EF4-FFF2-40B4-BE49-F238E27FC236}">
                <a16:creationId xmlns:a16="http://schemas.microsoft.com/office/drawing/2014/main" id="{3FE4F75C-89C8-450D-819E-510B2C93A567}"/>
              </a:ext>
            </a:extLst>
          </p:cNvPr>
          <p:cNvSpPr>
            <a:spLocks noGrp="1"/>
          </p:cNvSpPr>
          <p:nvPr>
            <p:ph type="sldNum" sz="quarter" idx="12"/>
          </p:nvPr>
        </p:nvSpPr>
        <p:spPr/>
        <p:txBody>
          <a:bodyPr/>
          <a:lstStyle/>
          <a:p>
            <a:fld id="{941EB08D-85F9-4086-BDAD-9823B90CC220}" type="slidenum">
              <a:rPr lang="en-US" smtClean="0"/>
              <a:t>14</a:t>
            </a:fld>
            <a:endParaRPr lang="en-US"/>
          </a:p>
        </p:txBody>
      </p:sp>
      <p:sp>
        <p:nvSpPr>
          <p:cNvPr id="7" name="TextBox 6">
            <a:extLst>
              <a:ext uri="{FF2B5EF4-FFF2-40B4-BE49-F238E27FC236}">
                <a16:creationId xmlns:a16="http://schemas.microsoft.com/office/drawing/2014/main" id="{F6134B63-15E5-39B3-B0E4-2C9195150E11}"/>
              </a:ext>
            </a:extLst>
          </p:cNvPr>
          <p:cNvSpPr txBox="1"/>
          <p:nvPr/>
        </p:nvSpPr>
        <p:spPr>
          <a:xfrm>
            <a:off x="5443382" y="3374297"/>
            <a:ext cx="437183" cy="1016112"/>
          </a:xfrm>
          <a:prstGeom prst="rect">
            <a:avLst/>
          </a:prstGeom>
          <a:noFill/>
        </p:spPr>
        <p:txBody>
          <a:bodyPr wrap="square" rtlCol="0">
            <a:spAutoFit/>
          </a:bodyPr>
          <a:lstStyle/>
          <a:p>
            <a:pPr algn="ctr">
              <a:lnSpc>
                <a:spcPct val="60000"/>
              </a:lnSpc>
            </a:pPr>
            <a:r>
              <a:rPr lang="en-US" sz="900" dirty="0"/>
              <a:t>Line#8</a:t>
            </a:r>
          </a:p>
          <a:p>
            <a:pPr algn="ctr">
              <a:lnSpc>
                <a:spcPct val="60000"/>
              </a:lnSpc>
            </a:pPr>
            <a:r>
              <a:rPr lang="en-US" sz="900" dirty="0"/>
              <a:t>7</a:t>
            </a:r>
          </a:p>
          <a:p>
            <a:pPr algn="ctr">
              <a:lnSpc>
                <a:spcPct val="60000"/>
              </a:lnSpc>
            </a:pPr>
            <a:r>
              <a:rPr lang="en-US" sz="900" dirty="0"/>
              <a:t>6</a:t>
            </a:r>
          </a:p>
          <a:p>
            <a:pPr algn="ctr">
              <a:lnSpc>
                <a:spcPct val="60000"/>
              </a:lnSpc>
            </a:pPr>
            <a:r>
              <a:rPr lang="en-US" sz="900" dirty="0"/>
              <a:t>5</a:t>
            </a:r>
          </a:p>
          <a:p>
            <a:pPr algn="ctr">
              <a:lnSpc>
                <a:spcPct val="60000"/>
              </a:lnSpc>
            </a:pPr>
            <a:r>
              <a:rPr lang="en-US" sz="900" dirty="0"/>
              <a:t>-</a:t>
            </a:r>
          </a:p>
          <a:p>
            <a:pPr algn="ctr">
              <a:lnSpc>
                <a:spcPct val="60000"/>
              </a:lnSpc>
            </a:pPr>
            <a:r>
              <a:rPr lang="en-US" sz="900" dirty="0"/>
              <a:t>+</a:t>
            </a:r>
          </a:p>
          <a:p>
            <a:pPr algn="ctr">
              <a:lnSpc>
                <a:spcPct val="60000"/>
              </a:lnSpc>
            </a:pPr>
            <a:r>
              <a:rPr lang="en-US" sz="900" dirty="0"/>
              <a:t>4</a:t>
            </a:r>
          </a:p>
          <a:p>
            <a:pPr algn="ctr">
              <a:lnSpc>
                <a:spcPct val="60000"/>
              </a:lnSpc>
            </a:pPr>
            <a:r>
              <a:rPr lang="en-US" sz="900" dirty="0"/>
              <a:t>3</a:t>
            </a:r>
          </a:p>
          <a:p>
            <a:pPr algn="ctr">
              <a:lnSpc>
                <a:spcPct val="60000"/>
              </a:lnSpc>
            </a:pPr>
            <a:r>
              <a:rPr lang="en-US" sz="900" dirty="0"/>
              <a:t>2</a:t>
            </a:r>
          </a:p>
          <a:p>
            <a:pPr algn="ctr">
              <a:lnSpc>
                <a:spcPct val="60000"/>
              </a:lnSpc>
            </a:pPr>
            <a:r>
              <a:rPr lang="en-US" sz="900" dirty="0"/>
              <a:t>1</a:t>
            </a:r>
          </a:p>
        </p:txBody>
      </p:sp>
      <p:cxnSp>
        <p:nvCxnSpPr>
          <p:cNvPr id="8" name="Straight Connector 7">
            <a:extLst>
              <a:ext uri="{FF2B5EF4-FFF2-40B4-BE49-F238E27FC236}">
                <a16:creationId xmlns:a16="http://schemas.microsoft.com/office/drawing/2014/main" id="{E7C87A5C-ECB4-11CE-B0AE-55D0A6F11E91}"/>
              </a:ext>
            </a:extLst>
          </p:cNvPr>
          <p:cNvCxnSpPr>
            <a:cxnSpLocks/>
          </p:cNvCxnSpPr>
          <p:nvPr/>
        </p:nvCxnSpPr>
        <p:spPr>
          <a:xfrm flipH="1">
            <a:off x="5999165" y="3947549"/>
            <a:ext cx="514253" cy="0"/>
          </a:xfrm>
          <a:prstGeom prst="line">
            <a:avLst/>
          </a:prstGeom>
          <a:ln w="28575">
            <a:solidFill>
              <a:srgbClr val="FFFF00"/>
            </a:solidFill>
            <a:prstDash val="solid"/>
          </a:ln>
          <a:effectLst>
            <a:outerShdw blurRad="63500" sx="102000" sy="102000" algn="ctr" rotWithShape="0">
              <a:prstClr val="black">
                <a:alpha val="40000"/>
              </a:prstClr>
            </a:outerShdw>
          </a:effectLst>
        </p:spPr>
        <p:style>
          <a:lnRef idx="1">
            <a:schemeClr val="accent6"/>
          </a:lnRef>
          <a:fillRef idx="0">
            <a:schemeClr val="accent6"/>
          </a:fillRef>
          <a:effectRef idx="0">
            <a:schemeClr val="accent6"/>
          </a:effectRef>
          <a:fontRef idx="minor">
            <a:schemeClr val="tx1"/>
          </a:fontRef>
        </p:style>
      </p:cxnSp>
      <p:sp>
        <p:nvSpPr>
          <p:cNvPr id="10" name="TextBox 9">
            <a:extLst>
              <a:ext uri="{FF2B5EF4-FFF2-40B4-BE49-F238E27FC236}">
                <a16:creationId xmlns:a16="http://schemas.microsoft.com/office/drawing/2014/main" id="{47AC9FF8-C970-53F4-41BA-B6BA20053C06}"/>
              </a:ext>
            </a:extLst>
          </p:cNvPr>
          <p:cNvSpPr txBox="1"/>
          <p:nvPr/>
        </p:nvSpPr>
        <p:spPr>
          <a:xfrm>
            <a:off x="6467397" y="3778178"/>
            <a:ext cx="2205994" cy="261610"/>
          </a:xfrm>
          <a:prstGeom prst="rect">
            <a:avLst/>
          </a:prstGeom>
          <a:noFill/>
        </p:spPr>
        <p:txBody>
          <a:bodyPr wrap="square" rtlCol="0">
            <a:spAutoFit/>
          </a:bodyPr>
          <a:lstStyle/>
          <a:p>
            <a:r>
              <a:rPr lang="en-US" sz="1100" dirty="0"/>
              <a:t>Daisy chain to MP1 (+)COM ports</a:t>
            </a:r>
          </a:p>
        </p:txBody>
      </p:sp>
      <p:sp>
        <p:nvSpPr>
          <p:cNvPr id="32" name="TextBox 31">
            <a:extLst>
              <a:ext uri="{FF2B5EF4-FFF2-40B4-BE49-F238E27FC236}">
                <a16:creationId xmlns:a16="http://schemas.microsoft.com/office/drawing/2014/main" id="{BE5A5BC1-401A-5033-B80C-0D4D6E1E17DC}"/>
              </a:ext>
            </a:extLst>
          </p:cNvPr>
          <p:cNvSpPr txBox="1"/>
          <p:nvPr/>
        </p:nvSpPr>
        <p:spPr>
          <a:xfrm>
            <a:off x="1989226" y="6400412"/>
            <a:ext cx="8200847" cy="276999"/>
          </a:xfrm>
          <a:prstGeom prst="rect">
            <a:avLst/>
          </a:prstGeom>
          <a:noFill/>
        </p:spPr>
        <p:txBody>
          <a:bodyPr wrap="square">
            <a:spAutoFit/>
          </a:bodyPr>
          <a:lstStyle/>
          <a:p>
            <a:r>
              <a:rPr lang="en-US" sz="1200" dirty="0"/>
              <a:t>Using </a:t>
            </a:r>
            <a:r>
              <a:rPr lang="en-US" sz="1200" dirty="0">
                <a:solidFill>
                  <a:schemeClr val="accent1"/>
                </a:solidFill>
              </a:rPr>
              <a:t>Tower LCC</a:t>
            </a:r>
            <a:r>
              <a:rPr lang="en-US" sz="1200" dirty="0"/>
              <a:t> &gt; </a:t>
            </a:r>
            <a:r>
              <a:rPr lang="en-US" sz="1200" dirty="0">
                <a:solidFill>
                  <a:schemeClr val="accent1"/>
                </a:solidFill>
              </a:rPr>
              <a:t>SMD-8</a:t>
            </a:r>
            <a:r>
              <a:rPr lang="en-US" sz="1200" dirty="0"/>
              <a:t> boards &gt; BOB-S breakout board to MP1/MP4, controlled using JMRI panels</a:t>
            </a:r>
          </a:p>
        </p:txBody>
      </p:sp>
    </p:spTree>
    <p:extLst>
      <p:ext uri="{BB962C8B-B14F-4D97-AF65-F5344CB8AC3E}">
        <p14:creationId xmlns:p14="http://schemas.microsoft.com/office/powerpoint/2010/main" val="4094081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D6AA-3288-0A95-544C-143F87DBB007}"/>
              </a:ext>
            </a:extLst>
          </p:cNvPr>
          <p:cNvSpPr>
            <a:spLocks noGrp="1"/>
          </p:cNvSpPr>
          <p:nvPr>
            <p:ph type="title"/>
          </p:nvPr>
        </p:nvSpPr>
        <p:spPr>
          <a:xfrm>
            <a:off x="838200" y="341807"/>
            <a:ext cx="10515600" cy="871492"/>
          </a:xfrm>
        </p:spPr>
        <p:txBody>
          <a:bodyPr/>
          <a:lstStyle/>
          <a:p>
            <a:r>
              <a:rPr lang="en-US" dirty="0"/>
              <a:t>BOB-S to MP1 Switch Motor wiring</a:t>
            </a:r>
          </a:p>
        </p:txBody>
      </p:sp>
      <p:pic>
        <p:nvPicPr>
          <p:cNvPr id="4" name="Picture 3">
            <a:extLst>
              <a:ext uri="{FF2B5EF4-FFF2-40B4-BE49-F238E27FC236}">
                <a16:creationId xmlns:a16="http://schemas.microsoft.com/office/drawing/2014/main" id="{3DF35CAC-818C-5263-FAD7-89FA5BE0E6E8}"/>
              </a:ext>
            </a:extLst>
          </p:cNvPr>
          <p:cNvPicPr>
            <a:picLocks noChangeAspect="1"/>
          </p:cNvPicPr>
          <p:nvPr/>
        </p:nvPicPr>
        <p:blipFill>
          <a:blip r:embed="rId2"/>
          <a:stretch>
            <a:fillRect/>
          </a:stretch>
        </p:blipFill>
        <p:spPr>
          <a:xfrm rot="5400000">
            <a:off x="5710478" y="1780720"/>
            <a:ext cx="2007617" cy="2076450"/>
          </a:xfrm>
          <a:prstGeom prst="rect">
            <a:avLst/>
          </a:prstGeom>
        </p:spPr>
      </p:pic>
      <p:pic>
        <p:nvPicPr>
          <p:cNvPr id="6" name="Picture 5">
            <a:extLst>
              <a:ext uri="{FF2B5EF4-FFF2-40B4-BE49-F238E27FC236}">
                <a16:creationId xmlns:a16="http://schemas.microsoft.com/office/drawing/2014/main" id="{3AF21353-199A-5FBA-C979-E2C6B1E471D5}"/>
              </a:ext>
            </a:extLst>
          </p:cNvPr>
          <p:cNvPicPr>
            <a:picLocks noChangeAspect="1"/>
          </p:cNvPicPr>
          <p:nvPr/>
        </p:nvPicPr>
        <p:blipFill>
          <a:blip r:embed="rId3"/>
          <a:stretch>
            <a:fillRect/>
          </a:stretch>
        </p:blipFill>
        <p:spPr>
          <a:xfrm rot="5400000">
            <a:off x="74320" y="3172019"/>
            <a:ext cx="3667949" cy="1161516"/>
          </a:xfrm>
          <a:prstGeom prst="rect">
            <a:avLst/>
          </a:prstGeom>
        </p:spPr>
      </p:pic>
      <p:cxnSp>
        <p:nvCxnSpPr>
          <p:cNvPr id="7" name="Straight Connector 6">
            <a:extLst>
              <a:ext uri="{FF2B5EF4-FFF2-40B4-BE49-F238E27FC236}">
                <a16:creationId xmlns:a16="http://schemas.microsoft.com/office/drawing/2014/main" id="{37C48AEE-E97B-C584-ED15-7A2D967DFCD5}"/>
              </a:ext>
            </a:extLst>
          </p:cNvPr>
          <p:cNvCxnSpPr>
            <a:cxnSpLocks/>
          </p:cNvCxnSpPr>
          <p:nvPr/>
        </p:nvCxnSpPr>
        <p:spPr>
          <a:xfrm flipV="1">
            <a:off x="7161477" y="3532607"/>
            <a:ext cx="0" cy="1533525"/>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17364F08-B339-E10F-1D52-9F58DFEC3AF4}"/>
              </a:ext>
            </a:extLst>
          </p:cNvPr>
          <p:cNvCxnSpPr>
            <a:cxnSpLocks/>
          </p:cNvCxnSpPr>
          <p:nvPr/>
        </p:nvCxnSpPr>
        <p:spPr>
          <a:xfrm flipH="1">
            <a:off x="1880633" y="2626915"/>
            <a:ext cx="861730" cy="0"/>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50792939-8C8E-D4CC-E66E-ED5D22061774}"/>
              </a:ext>
            </a:extLst>
          </p:cNvPr>
          <p:cNvCxnSpPr>
            <a:cxnSpLocks/>
          </p:cNvCxnSpPr>
          <p:nvPr/>
        </p:nvCxnSpPr>
        <p:spPr>
          <a:xfrm flipV="1">
            <a:off x="2696528" y="2641611"/>
            <a:ext cx="0" cy="2424521"/>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10" name="Straight Connector 9">
            <a:extLst>
              <a:ext uri="{FF2B5EF4-FFF2-40B4-BE49-F238E27FC236}">
                <a16:creationId xmlns:a16="http://schemas.microsoft.com/office/drawing/2014/main" id="{CF6026A8-FCC9-BCC6-BB38-561467E90F96}"/>
              </a:ext>
            </a:extLst>
          </p:cNvPr>
          <p:cNvCxnSpPr>
            <a:cxnSpLocks/>
          </p:cNvCxnSpPr>
          <p:nvPr/>
        </p:nvCxnSpPr>
        <p:spPr>
          <a:xfrm flipH="1">
            <a:off x="2696528" y="5029791"/>
            <a:ext cx="4505861" cy="0"/>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15" name="Straight Connector 14">
            <a:extLst>
              <a:ext uri="{FF2B5EF4-FFF2-40B4-BE49-F238E27FC236}">
                <a16:creationId xmlns:a16="http://schemas.microsoft.com/office/drawing/2014/main" id="{11BDBE7C-B21D-86B2-629F-32C3A5CF3C7C}"/>
              </a:ext>
            </a:extLst>
          </p:cNvPr>
          <p:cNvCxnSpPr>
            <a:cxnSpLocks/>
          </p:cNvCxnSpPr>
          <p:nvPr/>
        </p:nvCxnSpPr>
        <p:spPr>
          <a:xfrm flipV="1">
            <a:off x="7477450" y="3532607"/>
            <a:ext cx="0" cy="2094971"/>
          </a:xfrm>
          <a:prstGeom prst="line">
            <a:avLst/>
          </a:prstGeom>
          <a:ln w="7620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D5539B5-A789-81AB-2BB4-33EEE5717DE4}"/>
              </a:ext>
            </a:extLst>
          </p:cNvPr>
          <p:cNvCxnSpPr>
            <a:cxnSpLocks/>
          </p:cNvCxnSpPr>
          <p:nvPr/>
        </p:nvCxnSpPr>
        <p:spPr>
          <a:xfrm flipH="1">
            <a:off x="1164247" y="5286386"/>
            <a:ext cx="362359"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77D47F03-F8D5-038F-2D66-4B7765E35E35}"/>
              </a:ext>
            </a:extLst>
          </p:cNvPr>
          <p:cNvCxnSpPr>
            <a:cxnSpLocks/>
          </p:cNvCxnSpPr>
          <p:nvPr/>
        </p:nvCxnSpPr>
        <p:spPr>
          <a:xfrm flipV="1">
            <a:off x="1183029" y="5247107"/>
            <a:ext cx="0" cy="457200"/>
          </a:xfrm>
          <a:prstGeom prst="line">
            <a:avLst/>
          </a:prstGeom>
          <a:ln w="7620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7ACFB1C3-9183-D2D4-9B3C-809EDE465913}"/>
              </a:ext>
            </a:extLst>
          </p:cNvPr>
          <p:cNvCxnSpPr>
            <a:cxnSpLocks/>
          </p:cNvCxnSpPr>
          <p:nvPr/>
        </p:nvCxnSpPr>
        <p:spPr>
          <a:xfrm flipH="1">
            <a:off x="1164247" y="5666015"/>
            <a:ext cx="6358079" cy="1489"/>
          </a:xfrm>
          <a:prstGeom prst="line">
            <a:avLst/>
          </a:prstGeom>
          <a:ln w="7620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FC45916-9BDF-D23A-4B6D-A462A5F60ECA}"/>
              </a:ext>
            </a:extLst>
          </p:cNvPr>
          <p:cNvCxnSpPr>
            <a:cxnSpLocks/>
          </p:cNvCxnSpPr>
          <p:nvPr/>
        </p:nvCxnSpPr>
        <p:spPr>
          <a:xfrm flipH="1" flipV="1">
            <a:off x="1880633" y="5286386"/>
            <a:ext cx="5498818" cy="9108"/>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23" name="Straight Connector 22">
            <a:extLst>
              <a:ext uri="{FF2B5EF4-FFF2-40B4-BE49-F238E27FC236}">
                <a16:creationId xmlns:a16="http://schemas.microsoft.com/office/drawing/2014/main" id="{2C1CC2AB-9032-46DD-B14F-0DF23A2CA741}"/>
              </a:ext>
            </a:extLst>
          </p:cNvPr>
          <p:cNvCxnSpPr>
            <a:cxnSpLocks/>
          </p:cNvCxnSpPr>
          <p:nvPr/>
        </p:nvCxnSpPr>
        <p:spPr>
          <a:xfrm>
            <a:off x="7330556" y="3532607"/>
            <a:ext cx="0" cy="1781175"/>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pic>
        <p:nvPicPr>
          <p:cNvPr id="47" name="Picture 46">
            <a:extLst>
              <a:ext uri="{FF2B5EF4-FFF2-40B4-BE49-F238E27FC236}">
                <a16:creationId xmlns:a16="http://schemas.microsoft.com/office/drawing/2014/main" id="{BAE9F175-9AF2-456A-1E00-47610A4D6651}"/>
              </a:ext>
            </a:extLst>
          </p:cNvPr>
          <p:cNvPicPr>
            <a:picLocks noChangeAspect="1"/>
          </p:cNvPicPr>
          <p:nvPr/>
        </p:nvPicPr>
        <p:blipFill>
          <a:blip r:embed="rId4"/>
          <a:stretch>
            <a:fillRect/>
          </a:stretch>
        </p:blipFill>
        <p:spPr>
          <a:xfrm rot="16200000" flipH="1" flipV="1">
            <a:off x="2117845" y="3063857"/>
            <a:ext cx="2794024" cy="488386"/>
          </a:xfrm>
          <a:prstGeom prst="rect">
            <a:avLst/>
          </a:prstGeom>
        </p:spPr>
      </p:pic>
      <p:cxnSp>
        <p:nvCxnSpPr>
          <p:cNvPr id="52" name="Straight Connector 51">
            <a:extLst>
              <a:ext uri="{FF2B5EF4-FFF2-40B4-BE49-F238E27FC236}">
                <a16:creationId xmlns:a16="http://schemas.microsoft.com/office/drawing/2014/main" id="{49390D10-DB76-7265-04DD-65603422FEC1}"/>
              </a:ext>
            </a:extLst>
          </p:cNvPr>
          <p:cNvCxnSpPr>
            <a:cxnSpLocks/>
          </p:cNvCxnSpPr>
          <p:nvPr/>
        </p:nvCxnSpPr>
        <p:spPr>
          <a:xfrm flipH="1">
            <a:off x="3581400" y="4353516"/>
            <a:ext cx="3431338" cy="0"/>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62" name="Straight Connector 61">
            <a:extLst>
              <a:ext uri="{FF2B5EF4-FFF2-40B4-BE49-F238E27FC236}">
                <a16:creationId xmlns:a16="http://schemas.microsoft.com/office/drawing/2014/main" id="{9D5C903D-AED0-864A-CC3A-04857055EA09}"/>
              </a:ext>
            </a:extLst>
          </p:cNvPr>
          <p:cNvCxnSpPr>
            <a:cxnSpLocks/>
          </p:cNvCxnSpPr>
          <p:nvPr/>
        </p:nvCxnSpPr>
        <p:spPr>
          <a:xfrm flipV="1">
            <a:off x="7012738" y="3532607"/>
            <a:ext cx="0" cy="847725"/>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68" name="Straight Connector 67">
            <a:extLst>
              <a:ext uri="{FF2B5EF4-FFF2-40B4-BE49-F238E27FC236}">
                <a16:creationId xmlns:a16="http://schemas.microsoft.com/office/drawing/2014/main" id="{71E131CE-508D-C402-110E-752A5E1735B3}"/>
              </a:ext>
            </a:extLst>
          </p:cNvPr>
          <p:cNvCxnSpPr>
            <a:cxnSpLocks/>
          </p:cNvCxnSpPr>
          <p:nvPr/>
        </p:nvCxnSpPr>
        <p:spPr>
          <a:xfrm flipH="1">
            <a:off x="3581400" y="4241549"/>
            <a:ext cx="3132886" cy="0"/>
          </a:xfrm>
          <a:prstGeom prst="line">
            <a:avLst/>
          </a:prstGeom>
          <a:ln w="76200">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69" name="Straight Connector 68">
            <a:extLst>
              <a:ext uri="{FF2B5EF4-FFF2-40B4-BE49-F238E27FC236}">
                <a16:creationId xmlns:a16="http://schemas.microsoft.com/office/drawing/2014/main" id="{7D816937-1075-4343-0D82-93AEA43A4802}"/>
              </a:ext>
            </a:extLst>
          </p:cNvPr>
          <p:cNvCxnSpPr>
            <a:cxnSpLocks/>
          </p:cNvCxnSpPr>
          <p:nvPr/>
        </p:nvCxnSpPr>
        <p:spPr>
          <a:xfrm flipV="1">
            <a:off x="6681994" y="3532607"/>
            <a:ext cx="0" cy="688975"/>
          </a:xfrm>
          <a:prstGeom prst="line">
            <a:avLst/>
          </a:prstGeom>
          <a:ln w="76200">
            <a:solidFill>
              <a:srgbClr val="FFC000"/>
            </a:solidFill>
          </a:ln>
        </p:spPr>
        <p:style>
          <a:lnRef idx="1">
            <a:schemeClr val="accent6"/>
          </a:lnRef>
          <a:fillRef idx="0">
            <a:schemeClr val="accent6"/>
          </a:fillRef>
          <a:effectRef idx="0">
            <a:schemeClr val="accent6"/>
          </a:effectRef>
          <a:fontRef idx="minor">
            <a:schemeClr val="tx1"/>
          </a:fontRef>
        </p:style>
      </p:cxnSp>
      <p:sp>
        <p:nvSpPr>
          <p:cNvPr id="11" name="Date Placeholder 10">
            <a:extLst>
              <a:ext uri="{FF2B5EF4-FFF2-40B4-BE49-F238E27FC236}">
                <a16:creationId xmlns:a16="http://schemas.microsoft.com/office/drawing/2014/main" id="{FC849037-99E8-E236-F3FB-409A898899AB}"/>
              </a:ext>
            </a:extLst>
          </p:cNvPr>
          <p:cNvSpPr>
            <a:spLocks noGrp="1"/>
          </p:cNvSpPr>
          <p:nvPr>
            <p:ph type="dt" sz="half" idx="10"/>
          </p:nvPr>
        </p:nvSpPr>
        <p:spPr/>
        <p:txBody>
          <a:bodyPr/>
          <a:lstStyle/>
          <a:p>
            <a:fld id="{3479AE18-B338-4110-8499-14D8345D547E}" type="datetime1">
              <a:rPr lang="en-US" smtClean="0"/>
              <a:t>10/9/2024</a:t>
            </a:fld>
            <a:endParaRPr lang="en-US"/>
          </a:p>
        </p:txBody>
      </p:sp>
      <p:sp>
        <p:nvSpPr>
          <p:cNvPr id="13" name="Slide Number Placeholder 12">
            <a:extLst>
              <a:ext uri="{FF2B5EF4-FFF2-40B4-BE49-F238E27FC236}">
                <a16:creationId xmlns:a16="http://schemas.microsoft.com/office/drawing/2014/main" id="{8B62A728-68C2-AD44-8F6B-D61A7F8CF4CA}"/>
              </a:ext>
            </a:extLst>
          </p:cNvPr>
          <p:cNvSpPr>
            <a:spLocks noGrp="1"/>
          </p:cNvSpPr>
          <p:nvPr>
            <p:ph type="sldNum" sz="quarter" idx="12"/>
          </p:nvPr>
        </p:nvSpPr>
        <p:spPr/>
        <p:txBody>
          <a:bodyPr/>
          <a:lstStyle/>
          <a:p>
            <a:fld id="{941EB08D-85F9-4086-BDAD-9823B90CC220}" type="slidenum">
              <a:rPr lang="en-US" smtClean="0"/>
              <a:t>15</a:t>
            </a:fld>
            <a:endParaRPr lang="en-US" dirty="0"/>
          </a:p>
        </p:txBody>
      </p:sp>
      <p:sp>
        <p:nvSpPr>
          <p:cNvPr id="3" name="TextBox 2">
            <a:extLst>
              <a:ext uri="{FF2B5EF4-FFF2-40B4-BE49-F238E27FC236}">
                <a16:creationId xmlns:a16="http://schemas.microsoft.com/office/drawing/2014/main" id="{C51EAE23-34CB-AA3A-CAA3-E83C29C1308C}"/>
              </a:ext>
            </a:extLst>
          </p:cNvPr>
          <p:cNvSpPr txBox="1"/>
          <p:nvPr/>
        </p:nvSpPr>
        <p:spPr>
          <a:xfrm>
            <a:off x="3066032" y="3166455"/>
            <a:ext cx="253112" cy="1400063"/>
          </a:xfrm>
          <a:prstGeom prst="rect">
            <a:avLst/>
          </a:prstGeom>
          <a:noFill/>
        </p:spPr>
        <p:txBody>
          <a:bodyPr wrap="square" rtlCol="0">
            <a:spAutoFit/>
          </a:bodyPr>
          <a:lstStyle/>
          <a:p>
            <a:pPr algn="ctr">
              <a:lnSpc>
                <a:spcPct val="60000"/>
              </a:lnSpc>
            </a:pPr>
            <a:r>
              <a:rPr lang="en-US" sz="1400" dirty="0"/>
              <a:t>8</a:t>
            </a:r>
          </a:p>
          <a:p>
            <a:pPr algn="ctr">
              <a:lnSpc>
                <a:spcPct val="60000"/>
              </a:lnSpc>
            </a:pPr>
            <a:r>
              <a:rPr lang="en-US" sz="1400" dirty="0"/>
              <a:t>7</a:t>
            </a:r>
          </a:p>
          <a:p>
            <a:pPr algn="ctr">
              <a:lnSpc>
                <a:spcPct val="60000"/>
              </a:lnSpc>
            </a:pPr>
            <a:r>
              <a:rPr lang="en-US" sz="1400" dirty="0"/>
              <a:t>6</a:t>
            </a:r>
          </a:p>
          <a:p>
            <a:pPr algn="ctr">
              <a:lnSpc>
                <a:spcPct val="60000"/>
              </a:lnSpc>
            </a:pPr>
            <a:r>
              <a:rPr lang="en-US" sz="1400" dirty="0"/>
              <a:t>5</a:t>
            </a:r>
          </a:p>
          <a:p>
            <a:pPr algn="ctr">
              <a:lnSpc>
                <a:spcPct val="60000"/>
              </a:lnSpc>
            </a:pPr>
            <a:r>
              <a:rPr lang="en-US" sz="1400" dirty="0"/>
              <a:t>-</a:t>
            </a:r>
          </a:p>
          <a:p>
            <a:pPr algn="ctr">
              <a:lnSpc>
                <a:spcPct val="60000"/>
              </a:lnSpc>
            </a:pPr>
            <a:r>
              <a:rPr lang="en-US" sz="1400" dirty="0"/>
              <a:t>+</a:t>
            </a:r>
          </a:p>
          <a:p>
            <a:pPr algn="ctr">
              <a:lnSpc>
                <a:spcPct val="60000"/>
              </a:lnSpc>
            </a:pPr>
            <a:r>
              <a:rPr lang="en-US" sz="1400" dirty="0"/>
              <a:t>4</a:t>
            </a:r>
          </a:p>
          <a:p>
            <a:pPr algn="ctr">
              <a:lnSpc>
                <a:spcPct val="60000"/>
              </a:lnSpc>
            </a:pPr>
            <a:r>
              <a:rPr lang="en-US" sz="1400" dirty="0"/>
              <a:t>3</a:t>
            </a:r>
          </a:p>
          <a:p>
            <a:pPr algn="ctr">
              <a:lnSpc>
                <a:spcPct val="60000"/>
              </a:lnSpc>
            </a:pPr>
            <a:r>
              <a:rPr lang="en-US" sz="1400" dirty="0"/>
              <a:t>2</a:t>
            </a:r>
          </a:p>
          <a:p>
            <a:pPr algn="ctr">
              <a:lnSpc>
                <a:spcPct val="60000"/>
              </a:lnSpc>
            </a:pPr>
            <a:r>
              <a:rPr lang="en-US" sz="1400" dirty="0"/>
              <a:t>1</a:t>
            </a:r>
          </a:p>
        </p:txBody>
      </p:sp>
      <p:cxnSp>
        <p:nvCxnSpPr>
          <p:cNvPr id="19" name="Straight Connector 18">
            <a:extLst>
              <a:ext uri="{FF2B5EF4-FFF2-40B4-BE49-F238E27FC236}">
                <a16:creationId xmlns:a16="http://schemas.microsoft.com/office/drawing/2014/main" id="{E892E580-F3DB-CDE8-E526-C18B4951D85D}"/>
              </a:ext>
            </a:extLst>
          </p:cNvPr>
          <p:cNvCxnSpPr>
            <a:cxnSpLocks/>
          </p:cNvCxnSpPr>
          <p:nvPr/>
        </p:nvCxnSpPr>
        <p:spPr>
          <a:xfrm flipV="1">
            <a:off x="6855171" y="3508801"/>
            <a:ext cx="0" cy="348253"/>
          </a:xfrm>
          <a:prstGeom prst="line">
            <a:avLst/>
          </a:prstGeom>
          <a:ln w="76200">
            <a:solidFill>
              <a:srgbClr val="FFFF00"/>
            </a:solidFill>
            <a:prstDash val="solid"/>
          </a:ln>
        </p:spPr>
        <p:style>
          <a:lnRef idx="1">
            <a:schemeClr val="accent6"/>
          </a:lnRef>
          <a:fillRef idx="0">
            <a:schemeClr val="accent6"/>
          </a:fillRef>
          <a:effectRef idx="0">
            <a:schemeClr val="accent6"/>
          </a:effectRef>
          <a:fontRef idx="minor">
            <a:schemeClr val="tx1"/>
          </a:fontRef>
        </p:style>
      </p:cxnSp>
      <p:cxnSp>
        <p:nvCxnSpPr>
          <p:cNvPr id="24" name="Straight Connector 23">
            <a:extLst>
              <a:ext uri="{FF2B5EF4-FFF2-40B4-BE49-F238E27FC236}">
                <a16:creationId xmlns:a16="http://schemas.microsoft.com/office/drawing/2014/main" id="{64B43F8F-4D49-B4EE-7398-9FE2AF91C3CE}"/>
              </a:ext>
            </a:extLst>
          </p:cNvPr>
          <p:cNvCxnSpPr>
            <a:cxnSpLocks/>
          </p:cNvCxnSpPr>
          <p:nvPr/>
        </p:nvCxnSpPr>
        <p:spPr>
          <a:xfrm flipH="1">
            <a:off x="3581400" y="3903614"/>
            <a:ext cx="6904399" cy="0"/>
          </a:xfrm>
          <a:prstGeom prst="line">
            <a:avLst/>
          </a:prstGeom>
          <a:ln w="76200">
            <a:solidFill>
              <a:srgbClr val="FFFF00"/>
            </a:solidFill>
            <a:prstDash val="solid"/>
          </a:ln>
          <a:effectLst>
            <a:outerShdw blurRad="63500" sx="102000" sy="102000" algn="ctr" rotWithShape="0">
              <a:prstClr val="black">
                <a:alpha val="40000"/>
              </a:prstClr>
            </a:outerShdw>
          </a:effectLst>
        </p:spPr>
        <p:style>
          <a:lnRef idx="1">
            <a:schemeClr val="accent6"/>
          </a:lnRef>
          <a:fillRef idx="0">
            <a:schemeClr val="accent6"/>
          </a:fillRef>
          <a:effectRef idx="0">
            <a:schemeClr val="accent6"/>
          </a:effectRef>
          <a:fontRef idx="minor">
            <a:schemeClr val="tx1"/>
          </a:fontRef>
        </p:style>
      </p:cxnSp>
      <p:pic>
        <p:nvPicPr>
          <p:cNvPr id="29" name="Picture 28">
            <a:extLst>
              <a:ext uri="{FF2B5EF4-FFF2-40B4-BE49-F238E27FC236}">
                <a16:creationId xmlns:a16="http://schemas.microsoft.com/office/drawing/2014/main" id="{452C3A84-93F4-5992-42CF-90298858AC22}"/>
              </a:ext>
            </a:extLst>
          </p:cNvPr>
          <p:cNvPicPr>
            <a:picLocks noChangeAspect="1"/>
          </p:cNvPicPr>
          <p:nvPr/>
        </p:nvPicPr>
        <p:blipFill>
          <a:blip r:embed="rId2"/>
          <a:stretch>
            <a:fillRect/>
          </a:stretch>
        </p:blipFill>
        <p:spPr>
          <a:xfrm rot="5400000">
            <a:off x="9949409" y="2724901"/>
            <a:ext cx="850185" cy="879334"/>
          </a:xfrm>
          <a:prstGeom prst="rect">
            <a:avLst/>
          </a:prstGeom>
        </p:spPr>
      </p:pic>
      <p:pic>
        <p:nvPicPr>
          <p:cNvPr id="31" name="Picture 30">
            <a:extLst>
              <a:ext uri="{FF2B5EF4-FFF2-40B4-BE49-F238E27FC236}">
                <a16:creationId xmlns:a16="http://schemas.microsoft.com/office/drawing/2014/main" id="{DC11F4A6-5F7C-D631-4484-0DA39DE47257}"/>
              </a:ext>
            </a:extLst>
          </p:cNvPr>
          <p:cNvPicPr>
            <a:picLocks noChangeAspect="1"/>
          </p:cNvPicPr>
          <p:nvPr/>
        </p:nvPicPr>
        <p:blipFill>
          <a:blip r:embed="rId2"/>
          <a:stretch>
            <a:fillRect/>
          </a:stretch>
        </p:blipFill>
        <p:spPr>
          <a:xfrm rot="5400000">
            <a:off x="7910103" y="2724901"/>
            <a:ext cx="850185" cy="879334"/>
          </a:xfrm>
          <a:prstGeom prst="rect">
            <a:avLst/>
          </a:prstGeom>
        </p:spPr>
      </p:pic>
      <p:pic>
        <p:nvPicPr>
          <p:cNvPr id="32" name="Picture 31">
            <a:extLst>
              <a:ext uri="{FF2B5EF4-FFF2-40B4-BE49-F238E27FC236}">
                <a16:creationId xmlns:a16="http://schemas.microsoft.com/office/drawing/2014/main" id="{FD4243CF-40FD-5E87-3D3E-8DF23D4DCE55}"/>
              </a:ext>
            </a:extLst>
          </p:cNvPr>
          <p:cNvPicPr>
            <a:picLocks noChangeAspect="1"/>
          </p:cNvPicPr>
          <p:nvPr/>
        </p:nvPicPr>
        <p:blipFill>
          <a:blip r:embed="rId2"/>
          <a:stretch>
            <a:fillRect/>
          </a:stretch>
        </p:blipFill>
        <p:spPr>
          <a:xfrm rot="5400000">
            <a:off x="8929756" y="2724901"/>
            <a:ext cx="850185" cy="879334"/>
          </a:xfrm>
          <a:prstGeom prst="rect">
            <a:avLst/>
          </a:prstGeom>
        </p:spPr>
      </p:pic>
      <p:cxnSp>
        <p:nvCxnSpPr>
          <p:cNvPr id="33" name="Straight Connector 32">
            <a:extLst>
              <a:ext uri="{FF2B5EF4-FFF2-40B4-BE49-F238E27FC236}">
                <a16:creationId xmlns:a16="http://schemas.microsoft.com/office/drawing/2014/main" id="{1FBB4850-FC4C-359B-0102-D51A7F9DDE85}"/>
              </a:ext>
            </a:extLst>
          </p:cNvPr>
          <p:cNvCxnSpPr>
            <a:cxnSpLocks/>
          </p:cNvCxnSpPr>
          <p:nvPr/>
        </p:nvCxnSpPr>
        <p:spPr>
          <a:xfrm flipV="1">
            <a:off x="8412946" y="3491554"/>
            <a:ext cx="0" cy="348253"/>
          </a:xfrm>
          <a:prstGeom prst="line">
            <a:avLst/>
          </a:prstGeom>
          <a:ln w="76200">
            <a:solidFill>
              <a:srgbClr val="FFFF00"/>
            </a:solidFill>
            <a:prstDash val="solid"/>
          </a:ln>
        </p:spPr>
        <p:style>
          <a:lnRef idx="1">
            <a:schemeClr val="accent6"/>
          </a:lnRef>
          <a:fillRef idx="0">
            <a:schemeClr val="accent6"/>
          </a:fillRef>
          <a:effectRef idx="0">
            <a:schemeClr val="accent6"/>
          </a:effectRef>
          <a:fontRef idx="minor">
            <a:schemeClr val="tx1"/>
          </a:fontRef>
        </p:style>
      </p:cxnSp>
      <p:cxnSp>
        <p:nvCxnSpPr>
          <p:cNvPr id="34" name="Straight Connector 33">
            <a:extLst>
              <a:ext uri="{FF2B5EF4-FFF2-40B4-BE49-F238E27FC236}">
                <a16:creationId xmlns:a16="http://schemas.microsoft.com/office/drawing/2014/main" id="{34A20853-E760-387C-A63B-B161244815A2}"/>
              </a:ext>
            </a:extLst>
          </p:cNvPr>
          <p:cNvCxnSpPr>
            <a:cxnSpLocks/>
          </p:cNvCxnSpPr>
          <p:nvPr/>
        </p:nvCxnSpPr>
        <p:spPr>
          <a:xfrm flipV="1">
            <a:off x="9419290" y="3491554"/>
            <a:ext cx="0" cy="348253"/>
          </a:xfrm>
          <a:prstGeom prst="line">
            <a:avLst/>
          </a:prstGeom>
          <a:ln w="76200">
            <a:solidFill>
              <a:srgbClr val="FFFF00"/>
            </a:solidFill>
            <a:prstDash val="solid"/>
          </a:ln>
        </p:spPr>
        <p:style>
          <a:lnRef idx="1">
            <a:schemeClr val="accent6"/>
          </a:lnRef>
          <a:fillRef idx="0">
            <a:schemeClr val="accent6"/>
          </a:fillRef>
          <a:effectRef idx="0">
            <a:schemeClr val="accent6"/>
          </a:effectRef>
          <a:fontRef idx="minor">
            <a:schemeClr val="tx1"/>
          </a:fontRef>
        </p:style>
      </p:cxnSp>
      <p:cxnSp>
        <p:nvCxnSpPr>
          <p:cNvPr id="35" name="Straight Connector 34">
            <a:extLst>
              <a:ext uri="{FF2B5EF4-FFF2-40B4-BE49-F238E27FC236}">
                <a16:creationId xmlns:a16="http://schemas.microsoft.com/office/drawing/2014/main" id="{71ED64A2-02C2-0EF5-35C4-057D4DB9487C}"/>
              </a:ext>
            </a:extLst>
          </p:cNvPr>
          <p:cNvCxnSpPr>
            <a:cxnSpLocks/>
          </p:cNvCxnSpPr>
          <p:nvPr/>
        </p:nvCxnSpPr>
        <p:spPr>
          <a:xfrm flipV="1">
            <a:off x="10425634" y="3491554"/>
            <a:ext cx="0" cy="348253"/>
          </a:xfrm>
          <a:prstGeom prst="line">
            <a:avLst/>
          </a:prstGeom>
          <a:ln w="76200">
            <a:solidFill>
              <a:srgbClr val="FFFF00"/>
            </a:solidFill>
            <a:prstDash val="solid"/>
          </a:ln>
        </p:spPr>
        <p:style>
          <a:lnRef idx="1">
            <a:schemeClr val="accent6"/>
          </a:lnRef>
          <a:fillRef idx="0">
            <a:schemeClr val="accent6"/>
          </a:fillRef>
          <a:effectRef idx="0">
            <a:schemeClr val="accent6"/>
          </a:effectRef>
          <a:fontRef idx="minor">
            <a:schemeClr val="tx1"/>
          </a:fontRef>
        </p:style>
      </p:cxnSp>
      <p:sp>
        <p:nvSpPr>
          <p:cNvPr id="20" name="TextBox 19">
            <a:extLst>
              <a:ext uri="{FF2B5EF4-FFF2-40B4-BE49-F238E27FC236}">
                <a16:creationId xmlns:a16="http://schemas.microsoft.com/office/drawing/2014/main" id="{2A17FDC9-E0BB-70E6-2FA0-2C0881EE9815}"/>
              </a:ext>
            </a:extLst>
          </p:cNvPr>
          <p:cNvSpPr txBox="1"/>
          <p:nvPr/>
        </p:nvSpPr>
        <p:spPr>
          <a:xfrm>
            <a:off x="1989226" y="6400412"/>
            <a:ext cx="8200847" cy="276999"/>
          </a:xfrm>
          <a:prstGeom prst="rect">
            <a:avLst/>
          </a:prstGeom>
          <a:noFill/>
        </p:spPr>
        <p:txBody>
          <a:bodyPr wrap="square">
            <a:spAutoFit/>
          </a:bodyPr>
          <a:lstStyle/>
          <a:p>
            <a:r>
              <a:rPr lang="en-US" sz="1200" dirty="0"/>
              <a:t>Using </a:t>
            </a:r>
            <a:r>
              <a:rPr lang="en-US" sz="1200" dirty="0">
                <a:solidFill>
                  <a:schemeClr val="accent1"/>
                </a:solidFill>
              </a:rPr>
              <a:t>Tower LCC</a:t>
            </a:r>
            <a:r>
              <a:rPr lang="en-US" sz="1200" dirty="0"/>
              <a:t> &gt; </a:t>
            </a:r>
            <a:r>
              <a:rPr lang="en-US" sz="1200" dirty="0">
                <a:solidFill>
                  <a:schemeClr val="accent1"/>
                </a:solidFill>
              </a:rPr>
              <a:t>SMD-8</a:t>
            </a:r>
            <a:r>
              <a:rPr lang="en-US" sz="1200" dirty="0"/>
              <a:t> boards &gt; BOB-S breakout board to MP1/MP4, controlled using JMRI panels</a:t>
            </a:r>
          </a:p>
        </p:txBody>
      </p:sp>
      <p:sp>
        <p:nvSpPr>
          <p:cNvPr id="36" name="TextBox 35">
            <a:extLst>
              <a:ext uri="{FF2B5EF4-FFF2-40B4-BE49-F238E27FC236}">
                <a16:creationId xmlns:a16="http://schemas.microsoft.com/office/drawing/2014/main" id="{1DEC0703-DE5A-8F7D-DC2F-4C3A15231639}"/>
              </a:ext>
            </a:extLst>
          </p:cNvPr>
          <p:cNvSpPr txBox="1"/>
          <p:nvPr/>
        </p:nvSpPr>
        <p:spPr>
          <a:xfrm>
            <a:off x="838200" y="1055848"/>
            <a:ext cx="10393143" cy="646331"/>
          </a:xfrm>
          <a:prstGeom prst="rect">
            <a:avLst/>
          </a:prstGeom>
          <a:noFill/>
        </p:spPr>
        <p:txBody>
          <a:bodyPr wrap="square" rtlCol="0">
            <a:spAutoFit/>
          </a:bodyPr>
          <a:lstStyle/>
          <a:p>
            <a:r>
              <a:rPr lang="en-US" dirty="0"/>
              <a:t>Not all frogs need a wire for power (e.g., a power routing turnout such as </a:t>
            </a:r>
            <a:r>
              <a:rPr lang="en-US" dirty="0" err="1"/>
              <a:t>Peco</a:t>
            </a:r>
            <a:r>
              <a:rPr lang="en-US" dirty="0"/>
              <a:t> </a:t>
            </a:r>
            <a:r>
              <a:rPr lang="en-US" dirty="0" err="1"/>
              <a:t>Electrofrog</a:t>
            </a:r>
            <a:r>
              <a:rPr lang="en-US" dirty="0"/>
              <a:t>). Only add a frog power connection if your turnout supports it (e.g., has an isolated frog). </a:t>
            </a:r>
          </a:p>
        </p:txBody>
      </p:sp>
      <p:sp>
        <p:nvSpPr>
          <p:cNvPr id="37" name="TextBox 36">
            <a:extLst>
              <a:ext uri="{FF2B5EF4-FFF2-40B4-BE49-F238E27FC236}">
                <a16:creationId xmlns:a16="http://schemas.microsoft.com/office/drawing/2014/main" id="{ABDDBC36-B38D-8B51-61CC-EB9B6B809EE5}"/>
              </a:ext>
            </a:extLst>
          </p:cNvPr>
          <p:cNvSpPr txBox="1"/>
          <p:nvPr/>
        </p:nvSpPr>
        <p:spPr>
          <a:xfrm>
            <a:off x="1183029" y="5745596"/>
            <a:ext cx="6938512" cy="523220"/>
          </a:xfrm>
          <a:prstGeom prst="rect">
            <a:avLst/>
          </a:prstGeom>
          <a:noFill/>
        </p:spPr>
        <p:txBody>
          <a:bodyPr wrap="square" rtlCol="0">
            <a:spAutoFit/>
          </a:bodyPr>
          <a:lstStyle/>
          <a:p>
            <a:r>
              <a:rPr lang="en-US" sz="1400" dirty="0"/>
              <a:t>If you use black and red wires, you many need to swap them depending on the polarity of your track. Don’t just copy my diagram without thinking!</a:t>
            </a:r>
          </a:p>
        </p:txBody>
      </p:sp>
    </p:spTree>
    <p:extLst>
      <p:ext uri="{BB962C8B-B14F-4D97-AF65-F5344CB8AC3E}">
        <p14:creationId xmlns:p14="http://schemas.microsoft.com/office/powerpoint/2010/main" val="2423004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grey electronic device with white text&#10;&#10;Description automatically generated">
            <a:extLst>
              <a:ext uri="{FF2B5EF4-FFF2-40B4-BE49-F238E27FC236}">
                <a16:creationId xmlns:a16="http://schemas.microsoft.com/office/drawing/2014/main" id="{8E9FA5D6-D83C-E980-5674-4FEEB5676A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5519162" y="1610868"/>
            <a:ext cx="2090784" cy="2280856"/>
          </a:xfrm>
          <a:prstGeom prst="rect">
            <a:avLst/>
          </a:prstGeom>
        </p:spPr>
      </p:pic>
      <p:sp>
        <p:nvSpPr>
          <p:cNvPr id="2" name="Title 1">
            <a:extLst>
              <a:ext uri="{FF2B5EF4-FFF2-40B4-BE49-F238E27FC236}">
                <a16:creationId xmlns:a16="http://schemas.microsoft.com/office/drawing/2014/main" id="{E064D6AA-3288-0A95-544C-143F87DBB007}"/>
              </a:ext>
            </a:extLst>
          </p:cNvPr>
          <p:cNvSpPr>
            <a:spLocks noGrp="1"/>
          </p:cNvSpPr>
          <p:nvPr>
            <p:ph type="title"/>
          </p:nvPr>
        </p:nvSpPr>
        <p:spPr>
          <a:xfrm>
            <a:off x="838200" y="365126"/>
            <a:ext cx="10515600" cy="871492"/>
          </a:xfrm>
        </p:spPr>
        <p:txBody>
          <a:bodyPr/>
          <a:lstStyle/>
          <a:p>
            <a:r>
              <a:rPr lang="en-US" dirty="0"/>
              <a:t>BOB-S to MP4 Switch Motor wiring</a:t>
            </a:r>
          </a:p>
        </p:txBody>
      </p:sp>
      <p:pic>
        <p:nvPicPr>
          <p:cNvPr id="6" name="Picture 5">
            <a:extLst>
              <a:ext uri="{FF2B5EF4-FFF2-40B4-BE49-F238E27FC236}">
                <a16:creationId xmlns:a16="http://schemas.microsoft.com/office/drawing/2014/main" id="{3AF21353-199A-5FBA-C979-E2C6B1E471D5}"/>
              </a:ext>
            </a:extLst>
          </p:cNvPr>
          <p:cNvPicPr>
            <a:picLocks noChangeAspect="1"/>
          </p:cNvPicPr>
          <p:nvPr/>
        </p:nvPicPr>
        <p:blipFill>
          <a:blip r:embed="rId3"/>
          <a:stretch>
            <a:fillRect/>
          </a:stretch>
        </p:blipFill>
        <p:spPr>
          <a:xfrm rot="5400000">
            <a:off x="74320" y="3172019"/>
            <a:ext cx="3667949" cy="1161516"/>
          </a:xfrm>
          <a:prstGeom prst="rect">
            <a:avLst/>
          </a:prstGeom>
        </p:spPr>
      </p:pic>
      <p:cxnSp>
        <p:nvCxnSpPr>
          <p:cNvPr id="7" name="Straight Connector 6">
            <a:extLst>
              <a:ext uri="{FF2B5EF4-FFF2-40B4-BE49-F238E27FC236}">
                <a16:creationId xmlns:a16="http://schemas.microsoft.com/office/drawing/2014/main" id="{37C48AEE-E97B-C584-ED15-7A2D967DFCD5}"/>
              </a:ext>
            </a:extLst>
          </p:cNvPr>
          <p:cNvCxnSpPr>
            <a:cxnSpLocks/>
          </p:cNvCxnSpPr>
          <p:nvPr/>
        </p:nvCxnSpPr>
        <p:spPr>
          <a:xfrm flipV="1">
            <a:off x="7071536" y="3665680"/>
            <a:ext cx="0" cy="1400452"/>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17364F08-B339-E10F-1D52-9F58DFEC3AF4}"/>
              </a:ext>
            </a:extLst>
          </p:cNvPr>
          <p:cNvCxnSpPr>
            <a:cxnSpLocks/>
          </p:cNvCxnSpPr>
          <p:nvPr/>
        </p:nvCxnSpPr>
        <p:spPr>
          <a:xfrm flipH="1">
            <a:off x="1880633" y="2626915"/>
            <a:ext cx="861730" cy="0"/>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50792939-8C8E-D4CC-E66E-ED5D22061774}"/>
              </a:ext>
            </a:extLst>
          </p:cNvPr>
          <p:cNvCxnSpPr>
            <a:cxnSpLocks/>
          </p:cNvCxnSpPr>
          <p:nvPr/>
        </p:nvCxnSpPr>
        <p:spPr>
          <a:xfrm flipV="1">
            <a:off x="2696528" y="2641611"/>
            <a:ext cx="0" cy="2424521"/>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10" name="Straight Connector 9">
            <a:extLst>
              <a:ext uri="{FF2B5EF4-FFF2-40B4-BE49-F238E27FC236}">
                <a16:creationId xmlns:a16="http://schemas.microsoft.com/office/drawing/2014/main" id="{CF6026A8-FCC9-BCC6-BB38-561467E90F96}"/>
              </a:ext>
            </a:extLst>
          </p:cNvPr>
          <p:cNvCxnSpPr>
            <a:cxnSpLocks/>
          </p:cNvCxnSpPr>
          <p:nvPr/>
        </p:nvCxnSpPr>
        <p:spPr>
          <a:xfrm flipH="1">
            <a:off x="2696528" y="5029791"/>
            <a:ext cx="4375008" cy="0"/>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15" name="Straight Connector 14">
            <a:extLst>
              <a:ext uri="{FF2B5EF4-FFF2-40B4-BE49-F238E27FC236}">
                <a16:creationId xmlns:a16="http://schemas.microsoft.com/office/drawing/2014/main" id="{11BDBE7C-B21D-86B2-629F-32C3A5CF3C7C}"/>
              </a:ext>
            </a:extLst>
          </p:cNvPr>
          <p:cNvCxnSpPr>
            <a:cxnSpLocks/>
          </p:cNvCxnSpPr>
          <p:nvPr/>
        </p:nvCxnSpPr>
        <p:spPr>
          <a:xfrm flipV="1">
            <a:off x="7357529" y="3665680"/>
            <a:ext cx="0" cy="1986736"/>
          </a:xfrm>
          <a:prstGeom prst="line">
            <a:avLst/>
          </a:prstGeom>
          <a:ln w="7620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D5539B5-A789-81AB-2BB4-33EEE5717DE4}"/>
              </a:ext>
            </a:extLst>
          </p:cNvPr>
          <p:cNvCxnSpPr>
            <a:cxnSpLocks/>
          </p:cNvCxnSpPr>
          <p:nvPr/>
        </p:nvCxnSpPr>
        <p:spPr>
          <a:xfrm flipH="1">
            <a:off x="1164247" y="5286386"/>
            <a:ext cx="362359"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77D47F03-F8D5-038F-2D66-4B7765E35E35}"/>
              </a:ext>
            </a:extLst>
          </p:cNvPr>
          <p:cNvCxnSpPr>
            <a:cxnSpLocks/>
          </p:cNvCxnSpPr>
          <p:nvPr/>
        </p:nvCxnSpPr>
        <p:spPr>
          <a:xfrm flipV="1">
            <a:off x="1183029" y="5247107"/>
            <a:ext cx="0" cy="457200"/>
          </a:xfrm>
          <a:prstGeom prst="line">
            <a:avLst/>
          </a:prstGeom>
          <a:ln w="7620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7ACFB1C3-9183-D2D4-9B3C-809EDE465913}"/>
              </a:ext>
            </a:extLst>
          </p:cNvPr>
          <p:cNvCxnSpPr>
            <a:cxnSpLocks/>
          </p:cNvCxnSpPr>
          <p:nvPr/>
        </p:nvCxnSpPr>
        <p:spPr>
          <a:xfrm flipH="1">
            <a:off x="1164247" y="5653301"/>
            <a:ext cx="6193282" cy="14203"/>
          </a:xfrm>
          <a:prstGeom prst="line">
            <a:avLst/>
          </a:prstGeom>
          <a:ln w="7620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FC45916-9BDF-D23A-4B6D-A462A5F60ECA}"/>
              </a:ext>
            </a:extLst>
          </p:cNvPr>
          <p:cNvCxnSpPr>
            <a:cxnSpLocks/>
          </p:cNvCxnSpPr>
          <p:nvPr/>
        </p:nvCxnSpPr>
        <p:spPr>
          <a:xfrm flipH="1">
            <a:off x="1880633" y="5286386"/>
            <a:ext cx="5369286" cy="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23" name="Straight Connector 22">
            <a:extLst>
              <a:ext uri="{FF2B5EF4-FFF2-40B4-BE49-F238E27FC236}">
                <a16:creationId xmlns:a16="http://schemas.microsoft.com/office/drawing/2014/main" id="{2C1CC2AB-9032-46DD-B14F-0DF23A2CA741}"/>
              </a:ext>
            </a:extLst>
          </p:cNvPr>
          <p:cNvCxnSpPr>
            <a:cxnSpLocks/>
          </p:cNvCxnSpPr>
          <p:nvPr/>
        </p:nvCxnSpPr>
        <p:spPr>
          <a:xfrm>
            <a:off x="7233120" y="3665680"/>
            <a:ext cx="0" cy="1648102"/>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pic>
        <p:nvPicPr>
          <p:cNvPr id="47" name="Picture 46">
            <a:extLst>
              <a:ext uri="{FF2B5EF4-FFF2-40B4-BE49-F238E27FC236}">
                <a16:creationId xmlns:a16="http://schemas.microsoft.com/office/drawing/2014/main" id="{BAE9F175-9AF2-456A-1E00-47610A4D6651}"/>
              </a:ext>
            </a:extLst>
          </p:cNvPr>
          <p:cNvPicPr>
            <a:picLocks noChangeAspect="1"/>
          </p:cNvPicPr>
          <p:nvPr/>
        </p:nvPicPr>
        <p:blipFill>
          <a:blip r:embed="rId4"/>
          <a:stretch>
            <a:fillRect/>
          </a:stretch>
        </p:blipFill>
        <p:spPr>
          <a:xfrm rot="16200000" flipH="1" flipV="1">
            <a:off x="2117845" y="3063857"/>
            <a:ext cx="2794024" cy="488386"/>
          </a:xfrm>
          <a:prstGeom prst="rect">
            <a:avLst/>
          </a:prstGeom>
        </p:spPr>
      </p:pic>
      <p:cxnSp>
        <p:nvCxnSpPr>
          <p:cNvPr id="52" name="Straight Connector 51">
            <a:extLst>
              <a:ext uri="{FF2B5EF4-FFF2-40B4-BE49-F238E27FC236}">
                <a16:creationId xmlns:a16="http://schemas.microsoft.com/office/drawing/2014/main" id="{49390D10-DB76-7265-04DD-65603422FEC1}"/>
              </a:ext>
            </a:extLst>
          </p:cNvPr>
          <p:cNvCxnSpPr>
            <a:cxnSpLocks/>
          </p:cNvCxnSpPr>
          <p:nvPr/>
        </p:nvCxnSpPr>
        <p:spPr>
          <a:xfrm flipH="1">
            <a:off x="3581400" y="4353516"/>
            <a:ext cx="3921214" cy="12390"/>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62" name="Straight Connector 61">
            <a:extLst>
              <a:ext uri="{FF2B5EF4-FFF2-40B4-BE49-F238E27FC236}">
                <a16:creationId xmlns:a16="http://schemas.microsoft.com/office/drawing/2014/main" id="{9D5C903D-AED0-864A-CC3A-04857055EA09}"/>
              </a:ext>
            </a:extLst>
          </p:cNvPr>
          <p:cNvCxnSpPr>
            <a:cxnSpLocks/>
          </p:cNvCxnSpPr>
          <p:nvPr/>
        </p:nvCxnSpPr>
        <p:spPr>
          <a:xfrm flipV="1">
            <a:off x="7502614" y="3642006"/>
            <a:ext cx="0" cy="723900"/>
          </a:xfrm>
          <a:prstGeom prst="line">
            <a:avLst/>
          </a:prstGeom>
          <a:ln w="762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68" name="Straight Connector 67">
            <a:extLst>
              <a:ext uri="{FF2B5EF4-FFF2-40B4-BE49-F238E27FC236}">
                <a16:creationId xmlns:a16="http://schemas.microsoft.com/office/drawing/2014/main" id="{71E131CE-508D-C402-110E-752A5E1735B3}"/>
              </a:ext>
            </a:extLst>
          </p:cNvPr>
          <p:cNvCxnSpPr>
            <a:cxnSpLocks/>
          </p:cNvCxnSpPr>
          <p:nvPr/>
        </p:nvCxnSpPr>
        <p:spPr>
          <a:xfrm flipH="1">
            <a:off x="3581400" y="4241549"/>
            <a:ext cx="2808286" cy="4967"/>
          </a:xfrm>
          <a:prstGeom prst="line">
            <a:avLst/>
          </a:prstGeom>
          <a:ln w="76200">
            <a:solidFill>
              <a:srgbClr val="FFC000"/>
            </a:solidFill>
          </a:ln>
        </p:spPr>
        <p:style>
          <a:lnRef idx="1">
            <a:schemeClr val="accent6"/>
          </a:lnRef>
          <a:fillRef idx="0">
            <a:schemeClr val="accent6"/>
          </a:fillRef>
          <a:effectRef idx="0">
            <a:schemeClr val="accent6"/>
          </a:effectRef>
          <a:fontRef idx="minor">
            <a:schemeClr val="tx1"/>
          </a:fontRef>
        </p:style>
      </p:cxnSp>
      <p:cxnSp>
        <p:nvCxnSpPr>
          <p:cNvPr id="69" name="Straight Connector 68">
            <a:extLst>
              <a:ext uri="{FF2B5EF4-FFF2-40B4-BE49-F238E27FC236}">
                <a16:creationId xmlns:a16="http://schemas.microsoft.com/office/drawing/2014/main" id="{7D816937-1075-4343-0D82-93AEA43A4802}"/>
              </a:ext>
            </a:extLst>
          </p:cNvPr>
          <p:cNvCxnSpPr>
            <a:cxnSpLocks/>
          </p:cNvCxnSpPr>
          <p:nvPr/>
        </p:nvCxnSpPr>
        <p:spPr>
          <a:xfrm flipV="1">
            <a:off x="6389686" y="3665680"/>
            <a:ext cx="0" cy="580836"/>
          </a:xfrm>
          <a:prstGeom prst="line">
            <a:avLst/>
          </a:prstGeom>
          <a:ln w="76200">
            <a:solidFill>
              <a:srgbClr val="FFC000"/>
            </a:solidFill>
          </a:ln>
        </p:spPr>
        <p:style>
          <a:lnRef idx="1">
            <a:schemeClr val="accent6"/>
          </a:lnRef>
          <a:fillRef idx="0">
            <a:schemeClr val="accent6"/>
          </a:fillRef>
          <a:effectRef idx="0">
            <a:schemeClr val="accent6"/>
          </a:effectRef>
          <a:fontRef idx="minor">
            <a:schemeClr val="tx1"/>
          </a:fontRef>
        </p:style>
      </p:cxnSp>
      <p:sp>
        <p:nvSpPr>
          <p:cNvPr id="11" name="Date Placeholder 10">
            <a:extLst>
              <a:ext uri="{FF2B5EF4-FFF2-40B4-BE49-F238E27FC236}">
                <a16:creationId xmlns:a16="http://schemas.microsoft.com/office/drawing/2014/main" id="{FC849037-99E8-E236-F3FB-409A898899AB}"/>
              </a:ext>
            </a:extLst>
          </p:cNvPr>
          <p:cNvSpPr>
            <a:spLocks noGrp="1"/>
          </p:cNvSpPr>
          <p:nvPr>
            <p:ph type="dt" sz="half" idx="10"/>
          </p:nvPr>
        </p:nvSpPr>
        <p:spPr/>
        <p:txBody>
          <a:bodyPr/>
          <a:lstStyle/>
          <a:p>
            <a:fld id="{3479AE18-B338-4110-8499-14D8345D547E}" type="datetime1">
              <a:rPr lang="en-US" smtClean="0"/>
              <a:t>10/9/2024</a:t>
            </a:fld>
            <a:endParaRPr lang="en-US"/>
          </a:p>
        </p:txBody>
      </p:sp>
      <p:sp>
        <p:nvSpPr>
          <p:cNvPr id="13" name="Slide Number Placeholder 12">
            <a:extLst>
              <a:ext uri="{FF2B5EF4-FFF2-40B4-BE49-F238E27FC236}">
                <a16:creationId xmlns:a16="http://schemas.microsoft.com/office/drawing/2014/main" id="{8B62A728-68C2-AD44-8F6B-D61A7F8CF4CA}"/>
              </a:ext>
            </a:extLst>
          </p:cNvPr>
          <p:cNvSpPr>
            <a:spLocks noGrp="1"/>
          </p:cNvSpPr>
          <p:nvPr>
            <p:ph type="sldNum" sz="quarter" idx="12"/>
          </p:nvPr>
        </p:nvSpPr>
        <p:spPr/>
        <p:txBody>
          <a:bodyPr/>
          <a:lstStyle/>
          <a:p>
            <a:fld id="{941EB08D-85F9-4086-BDAD-9823B90CC220}" type="slidenum">
              <a:rPr lang="en-US" smtClean="0"/>
              <a:t>16</a:t>
            </a:fld>
            <a:endParaRPr lang="en-US" dirty="0"/>
          </a:p>
        </p:txBody>
      </p:sp>
      <p:sp>
        <p:nvSpPr>
          <p:cNvPr id="3" name="TextBox 2">
            <a:extLst>
              <a:ext uri="{FF2B5EF4-FFF2-40B4-BE49-F238E27FC236}">
                <a16:creationId xmlns:a16="http://schemas.microsoft.com/office/drawing/2014/main" id="{C51EAE23-34CB-AA3A-CAA3-E83C29C1308C}"/>
              </a:ext>
            </a:extLst>
          </p:cNvPr>
          <p:cNvSpPr txBox="1"/>
          <p:nvPr/>
        </p:nvSpPr>
        <p:spPr>
          <a:xfrm>
            <a:off x="3059637" y="3164568"/>
            <a:ext cx="253112" cy="1400063"/>
          </a:xfrm>
          <a:prstGeom prst="rect">
            <a:avLst/>
          </a:prstGeom>
          <a:noFill/>
        </p:spPr>
        <p:txBody>
          <a:bodyPr wrap="square" rtlCol="0">
            <a:spAutoFit/>
          </a:bodyPr>
          <a:lstStyle/>
          <a:p>
            <a:pPr algn="ctr">
              <a:lnSpc>
                <a:spcPct val="60000"/>
              </a:lnSpc>
            </a:pPr>
            <a:r>
              <a:rPr lang="en-US" sz="1400" dirty="0"/>
              <a:t>8</a:t>
            </a:r>
          </a:p>
          <a:p>
            <a:pPr algn="ctr">
              <a:lnSpc>
                <a:spcPct val="60000"/>
              </a:lnSpc>
            </a:pPr>
            <a:r>
              <a:rPr lang="en-US" sz="1400" dirty="0"/>
              <a:t>7</a:t>
            </a:r>
          </a:p>
          <a:p>
            <a:pPr algn="ctr">
              <a:lnSpc>
                <a:spcPct val="60000"/>
              </a:lnSpc>
            </a:pPr>
            <a:r>
              <a:rPr lang="en-US" sz="1400" dirty="0"/>
              <a:t>6</a:t>
            </a:r>
          </a:p>
          <a:p>
            <a:pPr algn="ctr">
              <a:lnSpc>
                <a:spcPct val="60000"/>
              </a:lnSpc>
            </a:pPr>
            <a:r>
              <a:rPr lang="en-US" sz="1400" dirty="0"/>
              <a:t>5</a:t>
            </a:r>
          </a:p>
          <a:p>
            <a:pPr algn="ctr">
              <a:lnSpc>
                <a:spcPct val="60000"/>
              </a:lnSpc>
            </a:pPr>
            <a:r>
              <a:rPr lang="en-US" sz="1400" dirty="0"/>
              <a:t>-</a:t>
            </a:r>
          </a:p>
          <a:p>
            <a:pPr algn="ctr">
              <a:lnSpc>
                <a:spcPct val="60000"/>
              </a:lnSpc>
            </a:pPr>
            <a:r>
              <a:rPr lang="en-US" sz="1400" dirty="0"/>
              <a:t>+</a:t>
            </a:r>
          </a:p>
          <a:p>
            <a:pPr algn="ctr">
              <a:lnSpc>
                <a:spcPct val="60000"/>
              </a:lnSpc>
            </a:pPr>
            <a:r>
              <a:rPr lang="en-US" sz="1400" dirty="0"/>
              <a:t>4</a:t>
            </a:r>
          </a:p>
          <a:p>
            <a:pPr algn="ctr">
              <a:lnSpc>
                <a:spcPct val="60000"/>
              </a:lnSpc>
            </a:pPr>
            <a:r>
              <a:rPr lang="en-US" sz="1400" dirty="0"/>
              <a:t>3</a:t>
            </a:r>
          </a:p>
          <a:p>
            <a:pPr algn="ctr">
              <a:lnSpc>
                <a:spcPct val="60000"/>
              </a:lnSpc>
            </a:pPr>
            <a:r>
              <a:rPr lang="en-US" sz="1400" dirty="0"/>
              <a:t>2</a:t>
            </a:r>
          </a:p>
          <a:p>
            <a:pPr algn="ctr">
              <a:lnSpc>
                <a:spcPct val="60000"/>
              </a:lnSpc>
            </a:pPr>
            <a:r>
              <a:rPr lang="en-US" sz="1400" dirty="0"/>
              <a:t>1</a:t>
            </a:r>
          </a:p>
        </p:txBody>
      </p:sp>
      <p:cxnSp>
        <p:nvCxnSpPr>
          <p:cNvPr id="19" name="Straight Connector 18">
            <a:extLst>
              <a:ext uri="{FF2B5EF4-FFF2-40B4-BE49-F238E27FC236}">
                <a16:creationId xmlns:a16="http://schemas.microsoft.com/office/drawing/2014/main" id="{E892E580-F3DB-CDE8-E526-C18B4951D85D}"/>
              </a:ext>
            </a:extLst>
          </p:cNvPr>
          <p:cNvCxnSpPr>
            <a:cxnSpLocks/>
          </p:cNvCxnSpPr>
          <p:nvPr/>
        </p:nvCxnSpPr>
        <p:spPr>
          <a:xfrm flipV="1">
            <a:off x="6937617" y="3665680"/>
            <a:ext cx="0" cy="188191"/>
          </a:xfrm>
          <a:prstGeom prst="line">
            <a:avLst/>
          </a:prstGeom>
          <a:ln w="76200">
            <a:solidFill>
              <a:srgbClr val="FFFF00"/>
            </a:solidFill>
            <a:prstDash val="solid"/>
          </a:ln>
        </p:spPr>
        <p:style>
          <a:lnRef idx="1">
            <a:schemeClr val="accent6"/>
          </a:lnRef>
          <a:fillRef idx="0">
            <a:schemeClr val="accent6"/>
          </a:fillRef>
          <a:effectRef idx="0">
            <a:schemeClr val="accent6"/>
          </a:effectRef>
          <a:fontRef idx="minor">
            <a:schemeClr val="tx1"/>
          </a:fontRef>
        </p:style>
      </p:cxnSp>
      <p:cxnSp>
        <p:nvCxnSpPr>
          <p:cNvPr id="24" name="Straight Connector 23">
            <a:extLst>
              <a:ext uri="{FF2B5EF4-FFF2-40B4-BE49-F238E27FC236}">
                <a16:creationId xmlns:a16="http://schemas.microsoft.com/office/drawing/2014/main" id="{64B43F8F-4D49-B4EE-7398-9FE2AF91C3CE}"/>
              </a:ext>
            </a:extLst>
          </p:cNvPr>
          <p:cNvCxnSpPr>
            <a:cxnSpLocks/>
          </p:cNvCxnSpPr>
          <p:nvPr/>
        </p:nvCxnSpPr>
        <p:spPr>
          <a:xfrm flipH="1">
            <a:off x="3581400" y="3903614"/>
            <a:ext cx="6904399" cy="0"/>
          </a:xfrm>
          <a:prstGeom prst="line">
            <a:avLst/>
          </a:prstGeom>
          <a:ln w="76200">
            <a:solidFill>
              <a:srgbClr val="FFFF00"/>
            </a:solidFill>
            <a:prstDash val="solid"/>
          </a:ln>
          <a:effectLst>
            <a:outerShdw blurRad="63500" sx="102000" sy="102000" algn="ctr" rotWithShape="0">
              <a:prstClr val="black">
                <a:alpha val="40000"/>
              </a:prstClr>
            </a:outerShdw>
          </a:effectLst>
        </p:spPr>
        <p:style>
          <a:lnRef idx="1">
            <a:schemeClr val="accent6"/>
          </a:lnRef>
          <a:fillRef idx="0">
            <a:schemeClr val="accent6"/>
          </a:fillRef>
          <a:effectRef idx="0">
            <a:schemeClr val="accent6"/>
          </a:effectRef>
          <a:fontRef idx="minor">
            <a:schemeClr val="tx1"/>
          </a:fontRef>
        </p:style>
      </p:cxnSp>
      <p:cxnSp>
        <p:nvCxnSpPr>
          <p:cNvPr id="33" name="Straight Connector 32">
            <a:extLst>
              <a:ext uri="{FF2B5EF4-FFF2-40B4-BE49-F238E27FC236}">
                <a16:creationId xmlns:a16="http://schemas.microsoft.com/office/drawing/2014/main" id="{1FBB4850-FC4C-359B-0102-D51A7F9DDE85}"/>
              </a:ext>
            </a:extLst>
          </p:cNvPr>
          <p:cNvCxnSpPr>
            <a:cxnSpLocks/>
          </p:cNvCxnSpPr>
          <p:nvPr/>
        </p:nvCxnSpPr>
        <p:spPr>
          <a:xfrm flipV="1">
            <a:off x="8412946" y="3491554"/>
            <a:ext cx="0" cy="410475"/>
          </a:xfrm>
          <a:prstGeom prst="line">
            <a:avLst/>
          </a:prstGeom>
          <a:ln w="76200">
            <a:solidFill>
              <a:srgbClr val="FFFF00"/>
            </a:solidFill>
            <a:prstDash val="solid"/>
          </a:ln>
        </p:spPr>
        <p:style>
          <a:lnRef idx="1">
            <a:schemeClr val="accent6"/>
          </a:lnRef>
          <a:fillRef idx="0">
            <a:schemeClr val="accent6"/>
          </a:fillRef>
          <a:effectRef idx="0">
            <a:schemeClr val="accent6"/>
          </a:effectRef>
          <a:fontRef idx="minor">
            <a:schemeClr val="tx1"/>
          </a:fontRef>
        </p:style>
      </p:cxnSp>
      <p:cxnSp>
        <p:nvCxnSpPr>
          <p:cNvPr id="34" name="Straight Connector 33">
            <a:extLst>
              <a:ext uri="{FF2B5EF4-FFF2-40B4-BE49-F238E27FC236}">
                <a16:creationId xmlns:a16="http://schemas.microsoft.com/office/drawing/2014/main" id="{34A20853-E760-387C-A63B-B161244815A2}"/>
              </a:ext>
            </a:extLst>
          </p:cNvPr>
          <p:cNvCxnSpPr>
            <a:cxnSpLocks/>
          </p:cNvCxnSpPr>
          <p:nvPr/>
        </p:nvCxnSpPr>
        <p:spPr>
          <a:xfrm flipV="1">
            <a:off x="9419290" y="3491554"/>
            <a:ext cx="0" cy="410475"/>
          </a:xfrm>
          <a:prstGeom prst="line">
            <a:avLst/>
          </a:prstGeom>
          <a:ln w="76200">
            <a:solidFill>
              <a:srgbClr val="FFFF00"/>
            </a:solidFill>
            <a:prstDash val="solid"/>
          </a:ln>
        </p:spPr>
        <p:style>
          <a:lnRef idx="1">
            <a:schemeClr val="accent6"/>
          </a:lnRef>
          <a:fillRef idx="0">
            <a:schemeClr val="accent6"/>
          </a:fillRef>
          <a:effectRef idx="0">
            <a:schemeClr val="accent6"/>
          </a:effectRef>
          <a:fontRef idx="minor">
            <a:schemeClr val="tx1"/>
          </a:fontRef>
        </p:style>
      </p:cxnSp>
      <p:cxnSp>
        <p:nvCxnSpPr>
          <p:cNvPr id="35" name="Straight Connector 34">
            <a:extLst>
              <a:ext uri="{FF2B5EF4-FFF2-40B4-BE49-F238E27FC236}">
                <a16:creationId xmlns:a16="http://schemas.microsoft.com/office/drawing/2014/main" id="{71ED64A2-02C2-0EF5-35C4-057D4DB9487C}"/>
              </a:ext>
            </a:extLst>
          </p:cNvPr>
          <p:cNvCxnSpPr>
            <a:cxnSpLocks/>
          </p:cNvCxnSpPr>
          <p:nvPr/>
        </p:nvCxnSpPr>
        <p:spPr>
          <a:xfrm flipV="1">
            <a:off x="10425634" y="3491554"/>
            <a:ext cx="0" cy="410475"/>
          </a:xfrm>
          <a:prstGeom prst="line">
            <a:avLst/>
          </a:prstGeom>
          <a:ln w="76200">
            <a:solidFill>
              <a:srgbClr val="FFFF00"/>
            </a:solidFill>
            <a:prstDash val="solid"/>
          </a:ln>
        </p:spPr>
        <p:style>
          <a:lnRef idx="1">
            <a:schemeClr val="accent6"/>
          </a:lnRef>
          <a:fillRef idx="0">
            <a:schemeClr val="accent6"/>
          </a:fillRef>
          <a:effectRef idx="0">
            <a:schemeClr val="accent6"/>
          </a:effectRef>
          <a:fontRef idx="minor">
            <a:schemeClr val="tx1"/>
          </a:fontRef>
        </p:style>
      </p:cxnSp>
      <p:sp>
        <p:nvSpPr>
          <p:cNvPr id="20" name="TextBox 19">
            <a:extLst>
              <a:ext uri="{FF2B5EF4-FFF2-40B4-BE49-F238E27FC236}">
                <a16:creationId xmlns:a16="http://schemas.microsoft.com/office/drawing/2014/main" id="{2A17FDC9-E0BB-70E6-2FA0-2C0881EE9815}"/>
              </a:ext>
            </a:extLst>
          </p:cNvPr>
          <p:cNvSpPr txBox="1"/>
          <p:nvPr/>
        </p:nvSpPr>
        <p:spPr>
          <a:xfrm>
            <a:off x="1989226" y="6400412"/>
            <a:ext cx="8200847" cy="276999"/>
          </a:xfrm>
          <a:prstGeom prst="rect">
            <a:avLst/>
          </a:prstGeom>
          <a:noFill/>
        </p:spPr>
        <p:txBody>
          <a:bodyPr wrap="square">
            <a:spAutoFit/>
          </a:bodyPr>
          <a:lstStyle/>
          <a:p>
            <a:r>
              <a:rPr lang="en-US" sz="1200" dirty="0"/>
              <a:t>Using </a:t>
            </a:r>
            <a:r>
              <a:rPr lang="en-US" sz="1200" dirty="0">
                <a:solidFill>
                  <a:schemeClr val="accent1"/>
                </a:solidFill>
              </a:rPr>
              <a:t>Tower LCC</a:t>
            </a:r>
            <a:r>
              <a:rPr lang="en-US" sz="1200" dirty="0"/>
              <a:t> &gt; </a:t>
            </a:r>
            <a:r>
              <a:rPr lang="en-US" sz="1200" dirty="0">
                <a:solidFill>
                  <a:schemeClr val="accent1"/>
                </a:solidFill>
              </a:rPr>
              <a:t>SMD-8</a:t>
            </a:r>
            <a:r>
              <a:rPr lang="en-US" sz="1200" dirty="0"/>
              <a:t> boards &gt; BOB-S breakout board to MP1/MP4, controlled using JMRI panels</a:t>
            </a:r>
          </a:p>
        </p:txBody>
      </p:sp>
      <p:sp>
        <p:nvSpPr>
          <p:cNvPr id="36" name="TextBox 35">
            <a:extLst>
              <a:ext uri="{FF2B5EF4-FFF2-40B4-BE49-F238E27FC236}">
                <a16:creationId xmlns:a16="http://schemas.microsoft.com/office/drawing/2014/main" id="{1DEC0703-DE5A-8F7D-DC2F-4C3A15231639}"/>
              </a:ext>
            </a:extLst>
          </p:cNvPr>
          <p:cNvSpPr txBox="1"/>
          <p:nvPr/>
        </p:nvSpPr>
        <p:spPr>
          <a:xfrm>
            <a:off x="838200" y="1055848"/>
            <a:ext cx="10393143" cy="646331"/>
          </a:xfrm>
          <a:prstGeom prst="rect">
            <a:avLst/>
          </a:prstGeom>
          <a:noFill/>
        </p:spPr>
        <p:txBody>
          <a:bodyPr wrap="square" rtlCol="0">
            <a:spAutoFit/>
          </a:bodyPr>
          <a:lstStyle/>
          <a:p>
            <a:r>
              <a:rPr lang="en-US" dirty="0"/>
              <a:t>Not all frogs need a wire for power (e.g., a power routing turnout such as </a:t>
            </a:r>
            <a:r>
              <a:rPr lang="en-US" dirty="0" err="1"/>
              <a:t>Peco</a:t>
            </a:r>
            <a:r>
              <a:rPr lang="en-US" dirty="0"/>
              <a:t> </a:t>
            </a:r>
            <a:r>
              <a:rPr lang="en-US" dirty="0" err="1"/>
              <a:t>Electrofrog</a:t>
            </a:r>
            <a:r>
              <a:rPr lang="en-US" dirty="0"/>
              <a:t>). Only add a frog power connection if your turnout supports it (e.g., has an isolated frog). </a:t>
            </a:r>
          </a:p>
        </p:txBody>
      </p:sp>
      <p:sp>
        <p:nvSpPr>
          <p:cNvPr id="37" name="TextBox 36">
            <a:extLst>
              <a:ext uri="{FF2B5EF4-FFF2-40B4-BE49-F238E27FC236}">
                <a16:creationId xmlns:a16="http://schemas.microsoft.com/office/drawing/2014/main" id="{ABDDBC36-B38D-8B51-61CC-EB9B6B809EE5}"/>
              </a:ext>
            </a:extLst>
          </p:cNvPr>
          <p:cNvSpPr txBox="1"/>
          <p:nvPr/>
        </p:nvSpPr>
        <p:spPr>
          <a:xfrm>
            <a:off x="1183029" y="5745596"/>
            <a:ext cx="6938512" cy="523220"/>
          </a:xfrm>
          <a:prstGeom prst="rect">
            <a:avLst/>
          </a:prstGeom>
          <a:noFill/>
        </p:spPr>
        <p:txBody>
          <a:bodyPr wrap="square" rtlCol="0">
            <a:spAutoFit/>
          </a:bodyPr>
          <a:lstStyle/>
          <a:p>
            <a:r>
              <a:rPr lang="en-US" sz="1400" dirty="0"/>
              <a:t>If you use black and red wires, you many need to swap them depending on the polarity of your track. Don’t just copy my diagram without thinking!</a:t>
            </a:r>
          </a:p>
        </p:txBody>
      </p:sp>
      <p:pic>
        <p:nvPicPr>
          <p:cNvPr id="44" name="Picture 43" descr="A grey electronic device with white text&#10;&#10;Description automatically generated">
            <a:extLst>
              <a:ext uri="{FF2B5EF4-FFF2-40B4-BE49-F238E27FC236}">
                <a16:creationId xmlns:a16="http://schemas.microsoft.com/office/drawing/2014/main" id="{C15081E1-A57D-DCBA-E5C6-711DC12436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7839777" y="2855475"/>
            <a:ext cx="850185" cy="927475"/>
          </a:xfrm>
          <a:prstGeom prst="rect">
            <a:avLst/>
          </a:prstGeom>
        </p:spPr>
      </p:pic>
      <p:pic>
        <p:nvPicPr>
          <p:cNvPr id="45" name="Picture 44" descr="A grey electronic device with white text&#10;&#10;Description automatically generated">
            <a:extLst>
              <a:ext uri="{FF2B5EF4-FFF2-40B4-BE49-F238E27FC236}">
                <a16:creationId xmlns:a16="http://schemas.microsoft.com/office/drawing/2014/main" id="{3C440E39-5065-4E4F-15F0-53C9435BB6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8856554" y="2855282"/>
            <a:ext cx="850185" cy="927475"/>
          </a:xfrm>
          <a:prstGeom prst="rect">
            <a:avLst/>
          </a:prstGeom>
        </p:spPr>
      </p:pic>
      <p:pic>
        <p:nvPicPr>
          <p:cNvPr id="46" name="Picture 45" descr="A grey electronic device with white text&#10;&#10;Description automatically generated">
            <a:extLst>
              <a:ext uri="{FF2B5EF4-FFF2-40B4-BE49-F238E27FC236}">
                <a16:creationId xmlns:a16="http://schemas.microsoft.com/office/drawing/2014/main" id="{03651BBA-F046-151A-6094-08FC1198FC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9873331" y="2855089"/>
            <a:ext cx="850185" cy="927475"/>
          </a:xfrm>
          <a:prstGeom prst="rect">
            <a:avLst/>
          </a:prstGeom>
        </p:spPr>
      </p:pic>
    </p:spTree>
    <p:extLst>
      <p:ext uri="{BB962C8B-B14F-4D97-AF65-F5344CB8AC3E}">
        <p14:creationId xmlns:p14="http://schemas.microsoft.com/office/powerpoint/2010/main" val="199842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3CC64-9AE2-E737-DE7B-B2BB3B5DE8AF}"/>
              </a:ext>
            </a:extLst>
          </p:cNvPr>
          <p:cNvSpPr>
            <a:spLocks noGrp="1"/>
          </p:cNvSpPr>
          <p:nvPr>
            <p:ph type="title"/>
          </p:nvPr>
        </p:nvSpPr>
        <p:spPr>
          <a:xfrm>
            <a:off x="838200" y="365126"/>
            <a:ext cx="10515600" cy="931180"/>
          </a:xfrm>
        </p:spPr>
        <p:txBody>
          <a:bodyPr>
            <a:noAutofit/>
          </a:bodyPr>
          <a:lstStyle/>
          <a:p>
            <a:r>
              <a:rPr lang="en-US" sz="3200" dirty="0"/>
              <a:t>Tower LCC configuration</a:t>
            </a:r>
          </a:p>
        </p:txBody>
      </p:sp>
      <p:sp>
        <p:nvSpPr>
          <p:cNvPr id="6" name="TextBox 5">
            <a:extLst>
              <a:ext uri="{FF2B5EF4-FFF2-40B4-BE49-F238E27FC236}">
                <a16:creationId xmlns:a16="http://schemas.microsoft.com/office/drawing/2014/main" id="{25EC95BE-EFAA-3BA7-6AEB-F2C20C2F0EE4}"/>
              </a:ext>
            </a:extLst>
          </p:cNvPr>
          <p:cNvSpPr txBox="1"/>
          <p:nvPr/>
        </p:nvSpPr>
        <p:spPr>
          <a:xfrm>
            <a:off x="7944787" y="1440708"/>
            <a:ext cx="3773991"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Each “Input/Output line” controls 1 turnout. 16 lines means you can control 16 turnouts. We’re going to configure Line 1, which goes to Tower LCC I/O 1, which goes to </a:t>
            </a:r>
            <a:r>
              <a:rPr lang="en-US" dirty="0">
                <a:solidFill>
                  <a:prstClr val="black"/>
                </a:solidFill>
                <a:latin typeface="Calibri" panose="020F0502020204030204"/>
              </a:rPr>
              <a:t>a line 1 from the SMD-8 board’s first I/O connector.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Arrow: Left 6">
            <a:extLst>
              <a:ext uri="{FF2B5EF4-FFF2-40B4-BE49-F238E27FC236}">
                <a16:creationId xmlns:a16="http://schemas.microsoft.com/office/drawing/2014/main" id="{9CC4AD28-9A5D-5D06-3F95-BA4362FF7ED2}"/>
              </a:ext>
            </a:extLst>
          </p:cNvPr>
          <p:cNvSpPr/>
          <p:nvPr/>
        </p:nvSpPr>
        <p:spPr>
          <a:xfrm>
            <a:off x="4734063" y="3429000"/>
            <a:ext cx="2519835" cy="29316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row: Left 11">
            <a:extLst>
              <a:ext uri="{FF2B5EF4-FFF2-40B4-BE49-F238E27FC236}">
                <a16:creationId xmlns:a16="http://schemas.microsoft.com/office/drawing/2014/main" id="{07779437-56BE-CB7B-5DF6-56A5D7EF35F4}"/>
              </a:ext>
            </a:extLst>
          </p:cNvPr>
          <p:cNvSpPr/>
          <p:nvPr/>
        </p:nvSpPr>
        <p:spPr>
          <a:xfrm>
            <a:off x="4753483" y="2535656"/>
            <a:ext cx="2519835" cy="29316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Arrow: Left 12">
            <a:extLst>
              <a:ext uri="{FF2B5EF4-FFF2-40B4-BE49-F238E27FC236}">
                <a16:creationId xmlns:a16="http://schemas.microsoft.com/office/drawing/2014/main" id="{BEF9C8B6-7D24-DAE0-86CC-A3B17172AEDE}"/>
              </a:ext>
            </a:extLst>
          </p:cNvPr>
          <p:cNvSpPr/>
          <p:nvPr/>
        </p:nvSpPr>
        <p:spPr>
          <a:xfrm>
            <a:off x="4753482" y="4038888"/>
            <a:ext cx="2519835" cy="29316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76DBF578-6AC2-64A5-1BDB-06C7770935C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B5F1152-792E-486D-B04F-794E280A9DEF}"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6" name="Slide Number Placeholder 15">
            <a:extLst>
              <a:ext uri="{FF2B5EF4-FFF2-40B4-BE49-F238E27FC236}">
                <a16:creationId xmlns:a16="http://schemas.microsoft.com/office/drawing/2014/main" id="{0E91E352-D979-FCBD-43F8-A674797630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EB08D-85F9-4086-BDAD-9823B90CC220}"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7721DDE0-D6DD-BC2D-9738-135E621F15AC}"/>
              </a:ext>
            </a:extLst>
          </p:cNvPr>
          <p:cNvSpPr txBox="1"/>
          <p:nvPr/>
        </p:nvSpPr>
        <p:spPr>
          <a:xfrm>
            <a:off x="1989226" y="6400412"/>
            <a:ext cx="820084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Tower LCC &gt; Tortoise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Quik</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-Link &gt; Tortoise, via JMRI panels</a:t>
            </a:r>
          </a:p>
        </p:txBody>
      </p:sp>
      <p:pic>
        <p:nvPicPr>
          <p:cNvPr id="18" name="Picture 17">
            <a:extLst>
              <a:ext uri="{FF2B5EF4-FFF2-40B4-BE49-F238E27FC236}">
                <a16:creationId xmlns:a16="http://schemas.microsoft.com/office/drawing/2014/main" id="{459DEB2A-4F1A-94E1-DF96-B56E66D383E7}"/>
              </a:ext>
            </a:extLst>
          </p:cNvPr>
          <p:cNvPicPr>
            <a:picLocks noChangeAspect="1"/>
          </p:cNvPicPr>
          <p:nvPr/>
        </p:nvPicPr>
        <p:blipFill>
          <a:blip r:embed="rId2"/>
          <a:stretch>
            <a:fillRect/>
          </a:stretch>
        </p:blipFill>
        <p:spPr>
          <a:xfrm>
            <a:off x="900533" y="1383780"/>
            <a:ext cx="6733333" cy="4180952"/>
          </a:xfrm>
          <a:prstGeom prst="rect">
            <a:avLst/>
          </a:prstGeom>
        </p:spPr>
      </p:pic>
      <p:pic>
        <p:nvPicPr>
          <p:cNvPr id="20" name="Picture 19">
            <a:extLst>
              <a:ext uri="{FF2B5EF4-FFF2-40B4-BE49-F238E27FC236}">
                <a16:creationId xmlns:a16="http://schemas.microsoft.com/office/drawing/2014/main" id="{B5ECAFAE-7C8D-21EE-5D48-D4C3F2105BD0}"/>
              </a:ext>
            </a:extLst>
          </p:cNvPr>
          <p:cNvPicPr>
            <a:picLocks noChangeAspect="1"/>
          </p:cNvPicPr>
          <p:nvPr/>
        </p:nvPicPr>
        <p:blipFill>
          <a:blip r:embed="rId3"/>
          <a:stretch>
            <a:fillRect/>
          </a:stretch>
        </p:blipFill>
        <p:spPr>
          <a:xfrm>
            <a:off x="4419599" y="3002036"/>
            <a:ext cx="244317" cy="226939"/>
          </a:xfrm>
          <a:prstGeom prst="rect">
            <a:avLst/>
          </a:prstGeom>
        </p:spPr>
      </p:pic>
    </p:spTree>
    <p:extLst>
      <p:ext uri="{BB962C8B-B14F-4D97-AF65-F5344CB8AC3E}">
        <p14:creationId xmlns:p14="http://schemas.microsoft.com/office/powerpoint/2010/main" val="3435135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E2B1D-7ACA-E95D-2D08-7444F9404E37}"/>
              </a:ext>
            </a:extLst>
          </p:cNvPr>
          <p:cNvSpPr>
            <a:spLocks noGrp="1"/>
          </p:cNvSpPr>
          <p:nvPr>
            <p:ph type="title"/>
          </p:nvPr>
        </p:nvSpPr>
        <p:spPr>
          <a:xfrm>
            <a:off x="838200" y="365125"/>
            <a:ext cx="10515600" cy="684357"/>
          </a:xfrm>
        </p:spPr>
        <p:txBody>
          <a:bodyPr>
            <a:normAutofit fontScale="90000"/>
          </a:bodyPr>
          <a:lstStyle/>
          <a:p>
            <a:r>
              <a:rPr lang="en-US" dirty="0"/>
              <a:t>Add two events then copy IDs to Turnout creation</a:t>
            </a:r>
          </a:p>
        </p:txBody>
      </p:sp>
      <p:pic>
        <p:nvPicPr>
          <p:cNvPr id="13" name="Picture 12" descr="A screenshot of a computer&#10;&#10;Description automatically generated">
            <a:extLst>
              <a:ext uri="{FF2B5EF4-FFF2-40B4-BE49-F238E27FC236}">
                <a16:creationId xmlns:a16="http://schemas.microsoft.com/office/drawing/2014/main" id="{32639A02-C57F-55EE-600F-C5798EED017D}"/>
              </a:ext>
            </a:extLst>
          </p:cNvPr>
          <p:cNvPicPr>
            <a:picLocks noChangeAspect="1"/>
          </p:cNvPicPr>
          <p:nvPr/>
        </p:nvPicPr>
        <p:blipFill>
          <a:blip r:embed="rId3"/>
          <a:stretch>
            <a:fillRect/>
          </a:stretch>
        </p:blipFill>
        <p:spPr>
          <a:xfrm>
            <a:off x="3402794" y="4447303"/>
            <a:ext cx="5038090" cy="1885315"/>
          </a:xfrm>
          <a:prstGeom prst="rect">
            <a:avLst/>
          </a:prstGeom>
        </p:spPr>
      </p:pic>
      <p:cxnSp>
        <p:nvCxnSpPr>
          <p:cNvPr id="18" name="Straight Arrow Connector 17">
            <a:extLst>
              <a:ext uri="{FF2B5EF4-FFF2-40B4-BE49-F238E27FC236}">
                <a16:creationId xmlns:a16="http://schemas.microsoft.com/office/drawing/2014/main" id="{A983C10A-0E30-3B7E-3975-056F3683DC97}"/>
              </a:ext>
            </a:extLst>
          </p:cNvPr>
          <p:cNvCxnSpPr>
            <a:cxnSpLocks/>
            <a:stCxn id="14" idx="2"/>
          </p:cNvCxnSpPr>
          <p:nvPr/>
        </p:nvCxnSpPr>
        <p:spPr>
          <a:xfrm>
            <a:off x="322290" y="5350374"/>
            <a:ext cx="3259110" cy="110578"/>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9" name="Date Placeholder 18">
            <a:extLst>
              <a:ext uri="{FF2B5EF4-FFF2-40B4-BE49-F238E27FC236}">
                <a16:creationId xmlns:a16="http://schemas.microsoft.com/office/drawing/2014/main" id="{05AD7B17-A86A-50D3-B3E7-634C14C6AEC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129AA5-F849-48A6-9A54-5D16C37F976A}"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10/9/2024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1" name="Slide Number Placeholder 20">
            <a:extLst>
              <a:ext uri="{FF2B5EF4-FFF2-40B4-BE49-F238E27FC236}">
                <a16:creationId xmlns:a16="http://schemas.microsoft.com/office/drawing/2014/main" id="{9D9CEF43-03AE-1551-7B8D-E1EBC7A9585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1EB08D-85F9-4086-BDAD-9823B90CC220}"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9" name="TextBox 38">
            <a:extLst>
              <a:ext uri="{FF2B5EF4-FFF2-40B4-BE49-F238E27FC236}">
                <a16:creationId xmlns:a16="http://schemas.microsoft.com/office/drawing/2014/main" id="{0F8A7C2C-47B5-4341-8E8B-8BD18155FAFE}"/>
              </a:ext>
            </a:extLst>
          </p:cNvPr>
          <p:cNvSpPr txBox="1"/>
          <p:nvPr/>
        </p:nvSpPr>
        <p:spPr>
          <a:xfrm>
            <a:off x="1989226" y="6400412"/>
            <a:ext cx="820084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Tower LCC &gt; Tortoise </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Quik</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-Link &gt; Tortoise, via JMRI panels</a:t>
            </a:r>
          </a:p>
        </p:txBody>
      </p:sp>
      <p:sp>
        <p:nvSpPr>
          <p:cNvPr id="25" name="TextBox 24">
            <a:extLst>
              <a:ext uri="{FF2B5EF4-FFF2-40B4-BE49-F238E27FC236}">
                <a16:creationId xmlns:a16="http://schemas.microsoft.com/office/drawing/2014/main" id="{AD809FF5-0AF0-58FF-39F9-5C05362F9C60}"/>
              </a:ext>
            </a:extLst>
          </p:cNvPr>
          <p:cNvSpPr txBox="1"/>
          <p:nvPr/>
        </p:nvSpPr>
        <p:spPr>
          <a:xfrm>
            <a:off x="8585664" y="4620940"/>
            <a:ext cx="3034665"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This last section lets you create a turnout in the JMR turnout table with the User Name you provide. In JMRI, you link the User Name to a turnout on the panel, and that allows JMRI to send instructions to the Tortoise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Quik</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-Link.</a:t>
            </a: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B81F2CE6-6BE6-4A79-A332-99C54185A16F}"/>
                  </a:ext>
                </a:extLst>
              </p14:cNvPr>
              <p14:cNvContentPartPr/>
              <p14:nvPr/>
            </p14:nvContentPartPr>
            <p14:xfrm>
              <a:off x="6800486" y="3618083"/>
              <a:ext cx="94680" cy="48240"/>
            </p14:xfrm>
          </p:contentPart>
        </mc:Choice>
        <mc:Fallback xmlns="">
          <p:pic>
            <p:nvPicPr>
              <p:cNvPr id="4" name="Ink 3">
                <a:extLst>
                  <a:ext uri="{FF2B5EF4-FFF2-40B4-BE49-F238E27FC236}">
                    <a16:creationId xmlns:a16="http://schemas.microsoft.com/office/drawing/2014/main" id="{B81F2CE6-6BE6-4A79-A332-99C54185A16F}"/>
                  </a:ext>
                </a:extLst>
              </p:cNvPr>
              <p:cNvPicPr/>
              <p:nvPr/>
            </p:nvPicPr>
            <p:blipFill>
              <a:blip r:embed="rId6"/>
              <a:stretch>
                <a:fillRect/>
              </a:stretch>
            </p:blipFill>
            <p:spPr>
              <a:xfrm>
                <a:off x="6791846" y="3609443"/>
                <a:ext cx="112320" cy="65880"/>
              </a:xfrm>
              <a:prstGeom prst="rect">
                <a:avLst/>
              </a:prstGeom>
            </p:spPr>
          </p:pic>
        </mc:Fallback>
      </mc:AlternateContent>
      <p:grpSp>
        <p:nvGrpSpPr>
          <p:cNvPr id="26" name="Group 25">
            <a:extLst>
              <a:ext uri="{FF2B5EF4-FFF2-40B4-BE49-F238E27FC236}">
                <a16:creationId xmlns:a16="http://schemas.microsoft.com/office/drawing/2014/main" id="{A1FDEE4B-115A-9B73-3B58-03C0C5397F8C}"/>
              </a:ext>
            </a:extLst>
          </p:cNvPr>
          <p:cNvGrpSpPr/>
          <p:nvPr/>
        </p:nvGrpSpPr>
        <p:grpSpPr>
          <a:xfrm>
            <a:off x="6788659" y="3625358"/>
            <a:ext cx="108000" cy="58680"/>
            <a:chOff x="6788659" y="3625358"/>
            <a:chExt cx="108000" cy="58680"/>
          </a:xfrm>
        </p:grpSpPr>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67B66A7A-F1B9-884E-BBFD-1059D9B92F51}"/>
                    </a:ext>
                  </a:extLst>
                </p14:cNvPr>
                <p14:cNvContentPartPr/>
                <p14:nvPr/>
              </p14:nvContentPartPr>
              <p14:xfrm>
                <a:off x="6788659" y="3647678"/>
                <a:ext cx="101520" cy="22320"/>
              </p14:xfrm>
            </p:contentPart>
          </mc:Choice>
          <mc:Fallback xmlns="">
            <p:pic>
              <p:nvPicPr>
                <p:cNvPr id="16" name="Ink 15">
                  <a:extLst>
                    <a:ext uri="{FF2B5EF4-FFF2-40B4-BE49-F238E27FC236}">
                      <a16:creationId xmlns:a16="http://schemas.microsoft.com/office/drawing/2014/main" id="{67B66A7A-F1B9-884E-BBFD-1059D9B92F51}"/>
                    </a:ext>
                  </a:extLst>
                </p:cNvPr>
                <p:cNvPicPr/>
                <p:nvPr/>
              </p:nvPicPr>
              <p:blipFill>
                <a:blip r:embed="rId8"/>
                <a:stretch>
                  <a:fillRect/>
                </a:stretch>
              </p:blipFill>
              <p:spPr>
                <a:xfrm>
                  <a:off x="6780019" y="3639038"/>
                  <a:ext cx="11916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FFAA9BF7-F45E-C9ED-A653-0392262B8E5A}"/>
                    </a:ext>
                  </a:extLst>
                </p14:cNvPr>
                <p14:cNvContentPartPr/>
                <p14:nvPr/>
              </p14:nvContentPartPr>
              <p14:xfrm>
                <a:off x="6881539" y="3625358"/>
                <a:ext cx="15120" cy="10800"/>
              </p14:xfrm>
            </p:contentPart>
          </mc:Choice>
          <mc:Fallback xmlns="">
            <p:pic>
              <p:nvPicPr>
                <p:cNvPr id="20" name="Ink 19">
                  <a:extLst>
                    <a:ext uri="{FF2B5EF4-FFF2-40B4-BE49-F238E27FC236}">
                      <a16:creationId xmlns:a16="http://schemas.microsoft.com/office/drawing/2014/main" id="{FFAA9BF7-F45E-C9ED-A653-0392262B8E5A}"/>
                    </a:ext>
                  </a:extLst>
                </p:cNvPr>
                <p:cNvPicPr/>
                <p:nvPr/>
              </p:nvPicPr>
              <p:blipFill>
                <a:blip r:embed="rId10"/>
                <a:stretch>
                  <a:fillRect/>
                </a:stretch>
              </p:blipFill>
              <p:spPr>
                <a:xfrm>
                  <a:off x="6872899" y="3616358"/>
                  <a:ext cx="327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33FC6122-D168-E329-7394-5EB78BEFAFF2}"/>
                    </a:ext>
                  </a:extLst>
                </p14:cNvPr>
                <p14:cNvContentPartPr/>
                <p14:nvPr/>
              </p14:nvContentPartPr>
              <p14:xfrm>
                <a:off x="6891259" y="3683678"/>
                <a:ext cx="360" cy="360"/>
              </p14:xfrm>
            </p:contentPart>
          </mc:Choice>
          <mc:Fallback xmlns="">
            <p:pic>
              <p:nvPicPr>
                <p:cNvPr id="24" name="Ink 23">
                  <a:extLst>
                    <a:ext uri="{FF2B5EF4-FFF2-40B4-BE49-F238E27FC236}">
                      <a16:creationId xmlns:a16="http://schemas.microsoft.com/office/drawing/2014/main" id="{33FC6122-D168-E329-7394-5EB78BEFAFF2}"/>
                    </a:ext>
                  </a:extLst>
                </p:cNvPr>
                <p:cNvPicPr/>
                <p:nvPr/>
              </p:nvPicPr>
              <p:blipFill>
                <a:blip r:embed="rId12"/>
                <a:stretch>
                  <a:fillRect/>
                </a:stretch>
              </p:blipFill>
              <p:spPr>
                <a:xfrm>
                  <a:off x="6882259" y="3674678"/>
                  <a:ext cx="18000" cy="18000"/>
                </a:xfrm>
                <a:prstGeom prst="rect">
                  <a:avLst/>
                </a:prstGeom>
              </p:spPr>
            </p:pic>
          </mc:Fallback>
        </mc:AlternateContent>
      </p:grpSp>
      <p:sp>
        <p:nvSpPr>
          <p:cNvPr id="27" name="TextBox 26">
            <a:extLst>
              <a:ext uri="{FF2B5EF4-FFF2-40B4-BE49-F238E27FC236}">
                <a16:creationId xmlns:a16="http://schemas.microsoft.com/office/drawing/2014/main" id="{3A8FDBF0-05A7-7262-2FA5-8096D03EDA70}"/>
              </a:ext>
            </a:extLst>
          </p:cNvPr>
          <p:cNvSpPr txBox="1"/>
          <p:nvPr/>
        </p:nvSpPr>
        <p:spPr>
          <a:xfrm>
            <a:off x="1430088" y="5460952"/>
            <a:ext cx="1771367"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Copy/paste event IDs</a:t>
            </a:r>
          </a:p>
        </p:txBody>
      </p:sp>
      <p:pic>
        <p:nvPicPr>
          <p:cNvPr id="30" name="Picture 29">
            <a:extLst>
              <a:ext uri="{FF2B5EF4-FFF2-40B4-BE49-F238E27FC236}">
                <a16:creationId xmlns:a16="http://schemas.microsoft.com/office/drawing/2014/main" id="{CE511108-9D93-9C1A-6B66-02A1C362788B}"/>
              </a:ext>
            </a:extLst>
          </p:cNvPr>
          <p:cNvPicPr>
            <a:picLocks noChangeAspect="1"/>
          </p:cNvPicPr>
          <p:nvPr/>
        </p:nvPicPr>
        <p:blipFill>
          <a:blip r:embed="rId13"/>
          <a:stretch>
            <a:fillRect/>
          </a:stretch>
        </p:blipFill>
        <p:spPr>
          <a:xfrm>
            <a:off x="153806" y="1176255"/>
            <a:ext cx="5885714" cy="3104762"/>
          </a:xfrm>
          <a:prstGeom prst="rect">
            <a:avLst/>
          </a:prstGeom>
        </p:spPr>
      </p:pic>
      <p:pic>
        <p:nvPicPr>
          <p:cNvPr id="32" name="Picture 31">
            <a:extLst>
              <a:ext uri="{FF2B5EF4-FFF2-40B4-BE49-F238E27FC236}">
                <a16:creationId xmlns:a16="http://schemas.microsoft.com/office/drawing/2014/main" id="{188402B2-81D4-0AA7-7425-CDDBF064B0AD}"/>
              </a:ext>
            </a:extLst>
          </p:cNvPr>
          <p:cNvPicPr>
            <a:picLocks noChangeAspect="1"/>
          </p:cNvPicPr>
          <p:nvPr/>
        </p:nvPicPr>
        <p:blipFill>
          <a:blip r:embed="rId14"/>
          <a:stretch>
            <a:fillRect/>
          </a:stretch>
        </p:blipFill>
        <p:spPr>
          <a:xfrm>
            <a:off x="6159201" y="1176255"/>
            <a:ext cx="5942857" cy="3038095"/>
          </a:xfrm>
          <a:prstGeom prst="rect">
            <a:avLst/>
          </a:prstGeom>
        </p:spPr>
      </p:pic>
      <p:cxnSp>
        <p:nvCxnSpPr>
          <p:cNvPr id="23" name="Straight Arrow Connector 22">
            <a:extLst>
              <a:ext uri="{FF2B5EF4-FFF2-40B4-BE49-F238E27FC236}">
                <a16:creationId xmlns:a16="http://schemas.microsoft.com/office/drawing/2014/main" id="{D3828773-63A4-BB10-901D-9EB2FE92451F}"/>
              </a:ext>
            </a:extLst>
          </p:cNvPr>
          <p:cNvCxnSpPr>
            <a:cxnSpLocks/>
          </p:cNvCxnSpPr>
          <p:nvPr/>
        </p:nvCxnSpPr>
        <p:spPr>
          <a:xfrm flipH="1">
            <a:off x="4876800" y="1993692"/>
            <a:ext cx="1508692" cy="3835608"/>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Left Bracket 13">
            <a:extLst>
              <a:ext uri="{FF2B5EF4-FFF2-40B4-BE49-F238E27FC236}">
                <a16:creationId xmlns:a16="http://schemas.microsoft.com/office/drawing/2014/main" id="{CC24A818-5AA7-D550-92C8-DD332BBE8598}"/>
              </a:ext>
            </a:extLst>
          </p:cNvPr>
          <p:cNvSpPr/>
          <p:nvPr/>
        </p:nvSpPr>
        <p:spPr>
          <a:xfrm>
            <a:off x="89942" y="1941226"/>
            <a:ext cx="232348" cy="3409148"/>
          </a:xfrm>
          <a:prstGeom prst="leftBracket">
            <a:avLst/>
          </a:prstGeom>
          <a:ln w="3810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77153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14032</TotalTime>
  <Words>1809</Words>
  <Application>Microsoft Office PowerPoint</Application>
  <PresentationFormat>Widescreen</PresentationFormat>
  <Paragraphs>247</Paragraphs>
  <Slides>18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Helvetica Neue</vt:lpstr>
      <vt:lpstr>Office Theme</vt:lpstr>
      <vt:lpstr> LCC Cookbook v1.1</vt:lpstr>
      <vt:lpstr>Intro</vt:lpstr>
      <vt:lpstr>List of Recipes</vt:lpstr>
      <vt:lpstr>Recipe</vt:lpstr>
      <vt:lpstr>Ingredients</vt:lpstr>
      <vt:lpstr>Powering the frog: Tortoise vs. Tortoise Quik-Link</vt:lpstr>
      <vt:lpstr>Connecting Tower LLC to Tortoise Quik-Link</vt:lpstr>
      <vt:lpstr>Tower LCC Configuration: Hardware to software</vt:lpstr>
      <vt:lpstr>Tower LCC configuration</vt:lpstr>
      <vt:lpstr>Add two events then copy IDs to Turnout creation</vt:lpstr>
      <vt:lpstr>Recipe</vt:lpstr>
      <vt:lpstr>Ingredients</vt:lpstr>
      <vt:lpstr>Using Tower LCC and SMD-8 boards for MP1 turnout machines</vt:lpstr>
      <vt:lpstr>Connecting SMD-8 boards to Quik-Link or BOB-S</vt:lpstr>
      <vt:lpstr>BOB-S to MP1 Switch Motor wiring</vt:lpstr>
      <vt:lpstr>BOB-S to MP4 Switch Motor wiring</vt:lpstr>
      <vt:lpstr>Tower LCC configuration</vt:lpstr>
      <vt:lpstr>Add two events then copy IDs to Turnout creation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LCC Layout Standards</dc:title>
  <dc:creator>Mike Muha</dc:creator>
  <cp:lastModifiedBy>Mike Muha</cp:lastModifiedBy>
  <cp:revision>84</cp:revision>
  <cp:lastPrinted>2024-10-09T16:19:05Z</cp:lastPrinted>
  <dcterms:created xsi:type="dcterms:W3CDTF">2023-08-02T19:39:47Z</dcterms:created>
  <dcterms:modified xsi:type="dcterms:W3CDTF">2024-10-09T16:19:50Z</dcterms:modified>
</cp:coreProperties>
</file>